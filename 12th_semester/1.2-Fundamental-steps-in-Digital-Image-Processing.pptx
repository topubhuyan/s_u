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42482-6242-472C-A309-07EECB34C9A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5024-0B78-4A29-B514-72B24F1610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Fundamental </a:t>
            </a:r>
            <a:r>
              <a:rPr lang="en-US" b="1"/>
              <a:t>steps in </a:t>
            </a:r>
            <a:r>
              <a:rPr lang="en-US" b="1" dirty="0"/>
              <a:t>Digital Image Processing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099931" y="5169798"/>
            <a:ext cx="1669774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1.Image acquisition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9931" y="3803275"/>
            <a:ext cx="1669774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2.Image filtering &amp; enhancement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9931" y="2535385"/>
            <a:ext cx="1669774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3.Image restoration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9931" y="1325563"/>
            <a:ext cx="1669774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4.Color Image processing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9261" y="1325563"/>
            <a:ext cx="1669774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5.Wavelets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17215" y="1325563"/>
            <a:ext cx="1850639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6.Compression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09648" y="1325563"/>
            <a:ext cx="1961626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7.Morphological processing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09648" y="2535385"/>
            <a:ext cx="1961626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8.Segmentation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09647" y="3803275"/>
            <a:ext cx="2060101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9.Representation and Description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09648" y="5169798"/>
            <a:ext cx="1961626" cy="914400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10.Object Recognition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39261" y="2535384"/>
            <a:ext cx="4230094" cy="3548813"/>
          </a:xfrm>
          <a:prstGeom prst="rect">
            <a:avLst/>
          </a:prstGeom>
          <a:solidFill>
            <a:schemeClr val="accent1">
              <a:alpha val="7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Knowledge base</a:t>
            </a:r>
            <a:endParaRPr lang="en-US" sz="2000" b="1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769705" y="2992585"/>
            <a:ext cx="1169556" cy="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769705" y="4303612"/>
            <a:ext cx="1169556" cy="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787800" y="5626998"/>
            <a:ext cx="1169556" cy="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8169355" y="2827606"/>
            <a:ext cx="940293" cy="789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8169354" y="4250395"/>
            <a:ext cx="940293" cy="789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8169354" y="5661112"/>
            <a:ext cx="940293" cy="789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787800" y="2243908"/>
            <a:ext cx="1169556" cy="334615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8169353" y="2237618"/>
            <a:ext cx="940294" cy="259567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4647441" y="2195444"/>
            <a:ext cx="19800" cy="343914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7264207" y="2208766"/>
            <a:ext cx="19800" cy="343914"/>
          </a:xfrm>
          <a:prstGeom prst="straightConnector1">
            <a:avLst/>
          </a:prstGeom>
          <a:ln w="412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Acquisition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231F20"/>
                </a:solidFill>
              </a:rPr>
              <a:t>A</a:t>
            </a:r>
            <a:r>
              <a:rPr lang="en-US" b="0" i="0" dirty="0">
                <a:solidFill>
                  <a:srgbClr val="231F20"/>
                </a:solidFill>
                <a:effectLst/>
              </a:rPr>
              <a:t>cquisition could be as simple as being given an image that is already in digital form.</a:t>
            </a:r>
            <a:endParaRPr lang="en-US" b="0" i="0" dirty="0">
              <a:solidFill>
                <a:srgbClr val="231F20"/>
              </a:solidFill>
              <a:effectLst/>
            </a:endParaRPr>
          </a:p>
          <a:p>
            <a:pPr>
              <a:lnSpc>
                <a:spcPct val="100000"/>
              </a:lnSpc>
            </a:pPr>
            <a:endParaRPr lang="en-US" b="0" i="0" dirty="0">
              <a:solidFill>
                <a:srgbClr val="231F20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en-US" b="0" i="0" dirty="0">
                <a:solidFill>
                  <a:srgbClr val="231F20"/>
                </a:solidFill>
                <a:effectLst/>
              </a:rPr>
              <a:t>Generally, the image acquisition stage involves preprocessing, such as scaling</a:t>
            </a:r>
            <a:r>
              <a:rPr lang="en-US" sz="4000" dirty="0"/>
              <a:t>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Enhancement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Process of manipulating of an image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Enhancement techniques are problem oriented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Method for enhancing X-ray image may be not the best for satellite image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Restoration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Improve the appearance of an image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Restoration techniques tend to be based on mathematical or probabilistic models of image degradation.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Color Image processing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Color models and color processing in a digital domain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Extracting features of interest in an image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Wavelets and multiresolution processing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Represent images in various degree of resolution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In particular, this material is used for image data compression and for pyramidal representation, in which images are subdivided successively into smaller regions.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Compression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Reduce the storage required of an image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Reduce bandwidth require to transmit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Familiar to user of image file extension like .jpg, .</a:t>
            </a:r>
            <a:r>
              <a:rPr lang="en-US" dirty="0" err="1"/>
              <a:t>png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Morphological processing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Extracting image components useful in the representation and description of shape.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Segmentation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Partition an image into its constituent parts of object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More accurate the segmentation more success in recognition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Representation and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Follows the output of Segmentation which is raw pixel data, constituting either the boundary of a region (i.e., the set of pixels separating one image region from another) or all the points in the region itself.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Focus is on external shape like corners and inflection, boundary is appropriate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If internal like texture or skeletal shape, complete region is appropriate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Description  use for differentiating objects from another like vehicle, car, motor bike etc.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Recognition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Assign a label (e.g. vehicle ) to an object based on its descriptor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Knowledge base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of a knowledge database</a:t>
            </a:r>
            <a:endParaRPr lang="en-US" dirty="0"/>
          </a:p>
          <a:p>
            <a:r>
              <a:rPr lang="en-US" dirty="0"/>
              <a:t>Guide the operation of each processing modules</a:t>
            </a:r>
            <a:endParaRPr lang="en-US" dirty="0"/>
          </a:p>
          <a:p>
            <a:r>
              <a:rPr lang="en-US" dirty="0"/>
              <a:t>Also contain interaction between modules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121" y="2506662"/>
            <a:ext cx="9353897" cy="3639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600" dirty="0"/>
              <a:t>Thank You</a:t>
            </a:r>
            <a:endParaRPr lang="en-US" sz="1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2222</Words>
  <Application>WPS Presentation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Fundamental steps in Digital Image Processing</vt:lpstr>
      <vt:lpstr>Image Acquisition</vt:lpstr>
      <vt:lpstr>Image Enhancement</vt:lpstr>
      <vt:lpstr>Image Restoration</vt:lpstr>
      <vt:lpstr>Color Image processing</vt:lpstr>
      <vt:lpstr>Wavelets and multiresolution processing</vt:lpstr>
      <vt:lpstr>Compression</vt:lpstr>
      <vt:lpstr>Morphological processing </vt:lpstr>
      <vt:lpstr>Segmentation</vt:lpstr>
      <vt:lpstr>Representation and Description</vt:lpstr>
      <vt:lpstr>Recognition</vt:lpstr>
      <vt:lpstr>Knowledge base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steps in Digital Image Processing</dc:title>
  <dc:creator>sunanda</dc:creator>
  <cp:lastModifiedBy>rashed</cp:lastModifiedBy>
  <cp:revision>8</cp:revision>
  <dcterms:created xsi:type="dcterms:W3CDTF">2019-06-21T16:53:00Z</dcterms:created>
  <dcterms:modified xsi:type="dcterms:W3CDTF">2022-09-11T14:58:06Z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81D32CA9001A4A29A7C1DA9BE24DC76A</vt:lpwstr>
  </property>
  <property fmtid="{D5CDD505-2E9C-101B-9397-08002B2CF9AE}" pid="3" name="KSOProductBuildVer">
    <vt:lpwstr>1033-11.2.0.11306</vt:lpwstr>
  </property>
</Properties>
</file>