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33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CDB337-60B5-45FF-99B9-8AE8A60800B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EAAECC8-8261-4599-8C27-C2A3ABEA5EFB}">
      <dgm:prSet custT="1"/>
      <dgm:spPr/>
      <dgm:t>
        <a:bodyPr/>
        <a:lstStyle/>
        <a:p>
          <a:pPr>
            <a:defRPr cap="all"/>
          </a:pPr>
          <a:r>
            <a:rPr lang="en-GB" sz="1800" b="1" dirty="0"/>
            <a:t>Software</a:t>
          </a:r>
          <a:r>
            <a:rPr lang="en-GB" sz="1800" dirty="0"/>
            <a:t> is  considered to be collection of executable programming code, associated libraries and documentations.</a:t>
          </a:r>
          <a:endParaRPr lang="en-US" sz="1800" dirty="0"/>
        </a:p>
      </dgm:t>
    </dgm:pt>
    <dgm:pt modelId="{F4BC2B5F-5F03-4ADD-A9C2-029D1D6B2515}" type="parTrans" cxnId="{A59F15D2-52C5-401A-88CC-68EDB8B1DE9D}">
      <dgm:prSet/>
      <dgm:spPr/>
      <dgm:t>
        <a:bodyPr/>
        <a:lstStyle/>
        <a:p>
          <a:endParaRPr lang="en-US"/>
        </a:p>
      </dgm:t>
    </dgm:pt>
    <dgm:pt modelId="{EF3ABABC-264A-4207-AC1F-B3397EF7A5AB}" type="sibTrans" cxnId="{A59F15D2-52C5-401A-88CC-68EDB8B1DE9D}">
      <dgm:prSet/>
      <dgm:spPr/>
      <dgm:t>
        <a:bodyPr/>
        <a:lstStyle/>
        <a:p>
          <a:endParaRPr lang="en-US"/>
        </a:p>
      </dgm:t>
    </dgm:pt>
    <dgm:pt modelId="{F53AF02D-6A44-40F0-8CEC-D4D716ADFC4E}">
      <dgm:prSet custT="1"/>
      <dgm:spPr/>
      <dgm:t>
        <a:bodyPr/>
        <a:lstStyle/>
        <a:p>
          <a:pPr>
            <a:defRPr cap="all"/>
          </a:pPr>
          <a:r>
            <a:rPr lang="en-GB" sz="1800" dirty="0"/>
            <a:t>Software, when made for a specific requirement is called </a:t>
          </a:r>
          <a:r>
            <a:rPr lang="en-GB" sz="1800" b="1" dirty="0"/>
            <a:t>software product</a:t>
          </a:r>
          <a:r>
            <a:rPr lang="en-GB" sz="1800" dirty="0"/>
            <a:t>. </a:t>
          </a:r>
          <a:endParaRPr lang="en-US" sz="1800" dirty="0"/>
        </a:p>
      </dgm:t>
    </dgm:pt>
    <dgm:pt modelId="{54BF92B8-A179-4558-8BE5-D85D58444611}" type="parTrans" cxnId="{10889BA6-578C-47AD-8A7F-093A8C8DA029}">
      <dgm:prSet/>
      <dgm:spPr/>
      <dgm:t>
        <a:bodyPr/>
        <a:lstStyle/>
        <a:p>
          <a:endParaRPr lang="en-US"/>
        </a:p>
      </dgm:t>
    </dgm:pt>
    <dgm:pt modelId="{684A9006-CCCE-4893-83F7-635854577822}" type="sibTrans" cxnId="{10889BA6-578C-47AD-8A7F-093A8C8DA029}">
      <dgm:prSet/>
      <dgm:spPr/>
      <dgm:t>
        <a:bodyPr/>
        <a:lstStyle/>
        <a:p>
          <a:endParaRPr lang="en-US"/>
        </a:p>
      </dgm:t>
    </dgm:pt>
    <dgm:pt modelId="{0933A908-CF58-4FA0-B9B8-AC374FCF2EF9}">
      <dgm:prSet custT="1"/>
      <dgm:spPr/>
      <dgm:t>
        <a:bodyPr/>
        <a:lstStyle/>
        <a:p>
          <a:pPr>
            <a:defRPr cap="all"/>
          </a:pPr>
          <a:r>
            <a:rPr lang="en-GB" sz="1800" b="1" dirty="0"/>
            <a:t>Engineering</a:t>
          </a:r>
          <a:r>
            <a:rPr lang="en-GB" sz="1800" dirty="0"/>
            <a:t> on the other hand, is all about developing products, using well defined, scientific principles and methods.</a:t>
          </a:r>
          <a:endParaRPr lang="en-US" sz="1800" dirty="0"/>
        </a:p>
      </dgm:t>
    </dgm:pt>
    <dgm:pt modelId="{F42B4A4A-505F-4E5A-9DF7-6634C858D2BC}" type="parTrans" cxnId="{ED25AA33-32D9-4C36-9D88-C165D865C15C}">
      <dgm:prSet/>
      <dgm:spPr/>
      <dgm:t>
        <a:bodyPr/>
        <a:lstStyle/>
        <a:p>
          <a:endParaRPr lang="en-US"/>
        </a:p>
      </dgm:t>
    </dgm:pt>
    <dgm:pt modelId="{56D86E96-AD22-4DE3-B457-27A9E33B8BBE}" type="sibTrans" cxnId="{ED25AA33-32D9-4C36-9D88-C165D865C15C}">
      <dgm:prSet/>
      <dgm:spPr/>
      <dgm:t>
        <a:bodyPr/>
        <a:lstStyle/>
        <a:p>
          <a:endParaRPr lang="en-US"/>
        </a:p>
      </dgm:t>
    </dgm:pt>
    <dgm:pt modelId="{04FEB8FD-5ABB-4A5C-A5BF-C1294BA17B45}">
      <dgm:prSet/>
      <dgm:spPr/>
      <dgm:t>
        <a:bodyPr/>
        <a:lstStyle/>
        <a:p>
          <a:pPr>
            <a:defRPr cap="all"/>
          </a:pPr>
          <a:r>
            <a:rPr lang="en-GB" b="1" dirty="0"/>
            <a:t>Software engineering </a:t>
          </a:r>
          <a:r>
            <a:rPr lang="en-GB" dirty="0"/>
            <a:t>is an engineering branch associated with development of software product using well-defined scientific principles, methods and procedures. </a:t>
          </a:r>
          <a:endParaRPr lang="en-US" dirty="0"/>
        </a:p>
      </dgm:t>
    </dgm:pt>
    <dgm:pt modelId="{BF662BDA-DCC0-4418-905F-E75D48353148}" type="parTrans" cxnId="{DB07D253-B8AC-4012-AD6B-D055751761FB}">
      <dgm:prSet/>
      <dgm:spPr/>
      <dgm:t>
        <a:bodyPr/>
        <a:lstStyle/>
        <a:p>
          <a:endParaRPr lang="en-US"/>
        </a:p>
      </dgm:t>
    </dgm:pt>
    <dgm:pt modelId="{BA296B92-A70B-408F-91A9-BC5AC4B02AE5}" type="sibTrans" cxnId="{DB07D253-B8AC-4012-AD6B-D055751761FB}">
      <dgm:prSet/>
      <dgm:spPr/>
      <dgm:t>
        <a:bodyPr/>
        <a:lstStyle/>
        <a:p>
          <a:endParaRPr lang="en-US"/>
        </a:p>
      </dgm:t>
    </dgm:pt>
    <dgm:pt modelId="{760E3096-3429-430C-AD03-0C34972832F7}" type="pres">
      <dgm:prSet presAssocID="{20CDB337-60B5-45FF-99B9-8AE8A60800BF}" presName="root" presStyleCnt="0">
        <dgm:presLayoutVars>
          <dgm:dir/>
          <dgm:resizeHandles val="exact"/>
        </dgm:presLayoutVars>
      </dgm:prSet>
      <dgm:spPr/>
    </dgm:pt>
    <dgm:pt modelId="{DF5A74BD-EFD0-417D-A119-72DD44D8C46F}" type="pres">
      <dgm:prSet presAssocID="{4EAAECC8-8261-4599-8C27-C2A3ABEA5EFB}" presName="compNode" presStyleCnt="0"/>
      <dgm:spPr/>
    </dgm:pt>
    <dgm:pt modelId="{426D5224-0349-4B14-8BCD-5ADFFEE3500E}" type="pres">
      <dgm:prSet presAssocID="{4EAAECC8-8261-4599-8C27-C2A3ABEA5EFB}" presName="iconBgRect" presStyleLbl="bgShp" presStyleIdx="0" presStyleCnt="4"/>
      <dgm:spPr/>
    </dgm:pt>
    <dgm:pt modelId="{C2193642-C89A-4D55-BF1D-CDB5D8E4454F}" type="pres">
      <dgm:prSet presAssocID="{4EAAECC8-8261-4599-8C27-C2A3ABEA5EF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2671CD4-F58E-4F14-9E93-17286279AE5A}" type="pres">
      <dgm:prSet presAssocID="{4EAAECC8-8261-4599-8C27-C2A3ABEA5EFB}" presName="spaceRect" presStyleCnt="0"/>
      <dgm:spPr/>
    </dgm:pt>
    <dgm:pt modelId="{FE7B68D8-C80E-4EDC-B8DD-0E280FA633B0}" type="pres">
      <dgm:prSet presAssocID="{4EAAECC8-8261-4599-8C27-C2A3ABEA5EFB}" presName="textRect" presStyleLbl="revTx" presStyleIdx="0" presStyleCnt="4">
        <dgm:presLayoutVars>
          <dgm:chMax val="1"/>
          <dgm:chPref val="1"/>
        </dgm:presLayoutVars>
      </dgm:prSet>
      <dgm:spPr/>
    </dgm:pt>
    <dgm:pt modelId="{A511EF0A-448F-406E-B05C-CA4B9588D6CE}" type="pres">
      <dgm:prSet presAssocID="{EF3ABABC-264A-4207-AC1F-B3397EF7A5AB}" presName="sibTrans" presStyleCnt="0"/>
      <dgm:spPr/>
    </dgm:pt>
    <dgm:pt modelId="{C4CDB179-2F25-461C-A77C-D09FC9A0D8BD}" type="pres">
      <dgm:prSet presAssocID="{F53AF02D-6A44-40F0-8CEC-D4D716ADFC4E}" presName="compNode" presStyleCnt="0"/>
      <dgm:spPr/>
    </dgm:pt>
    <dgm:pt modelId="{C52E8823-547B-4D33-BFFA-3C2282FB4ED7}" type="pres">
      <dgm:prSet presAssocID="{F53AF02D-6A44-40F0-8CEC-D4D716ADFC4E}" presName="iconBgRect" presStyleLbl="bgShp" presStyleIdx="1" presStyleCnt="4"/>
      <dgm:spPr/>
    </dgm:pt>
    <dgm:pt modelId="{09CC48F6-7168-40EF-A74E-F474CC32B3B4}" type="pres">
      <dgm:prSet presAssocID="{F53AF02D-6A44-40F0-8CEC-D4D716ADFC4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43313195-4023-4EAA-B768-0EDBB398118B}" type="pres">
      <dgm:prSet presAssocID="{F53AF02D-6A44-40F0-8CEC-D4D716ADFC4E}" presName="spaceRect" presStyleCnt="0"/>
      <dgm:spPr/>
    </dgm:pt>
    <dgm:pt modelId="{121ECD49-C8CA-43AB-93DB-6D86EFDF94F0}" type="pres">
      <dgm:prSet presAssocID="{F53AF02D-6A44-40F0-8CEC-D4D716ADFC4E}" presName="textRect" presStyleLbl="revTx" presStyleIdx="1" presStyleCnt="4">
        <dgm:presLayoutVars>
          <dgm:chMax val="1"/>
          <dgm:chPref val="1"/>
        </dgm:presLayoutVars>
      </dgm:prSet>
      <dgm:spPr/>
    </dgm:pt>
    <dgm:pt modelId="{EBA11A90-8F2F-4C1B-89F0-D01F8E2166E3}" type="pres">
      <dgm:prSet presAssocID="{684A9006-CCCE-4893-83F7-635854577822}" presName="sibTrans" presStyleCnt="0"/>
      <dgm:spPr/>
    </dgm:pt>
    <dgm:pt modelId="{556EEA9A-A99B-4A5D-9069-37D7E6F6F0D5}" type="pres">
      <dgm:prSet presAssocID="{0933A908-CF58-4FA0-B9B8-AC374FCF2EF9}" presName="compNode" presStyleCnt="0"/>
      <dgm:spPr/>
    </dgm:pt>
    <dgm:pt modelId="{94098E5C-A900-4EFA-847A-B4B55272FBAC}" type="pres">
      <dgm:prSet presAssocID="{0933A908-CF58-4FA0-B9B8-AC374FCF2EF9}" presName="iconBgRect" presStyleLbl="bgShp" presStyleIdx="2" presStyleCnt="4"/>
      <dgm:spPr/>
    </dgm:pt>
    <dgm:pt modelId="{6286425C-E6E3-496F-B03C-85FB42EA5236}" type="pres">
      <dgm:prSet presAssocID="{0933A908-CF58-4FA0-B9B8-AC374FCF2EF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AD3EBA1-D438-48D8-BFDD-05932780CCCF}" type="pres">
      <dgm:prSet presAssocID="{0933A908-CF58-4FA0-B9B8-AC374FCF2EF9}" presName="spaceRect" presStyleCnt="0"/>
      <dgm:spPr/>
    </dgm:pt>
    <dgm:pt modelId="{D4D7F49B-26A8-4A3F-8838-834C4D6576D8}" type="pres">
      <dgm:prSet presAssocID="{0933A908-CF58-4FA0-B9B8-AC374FCF2EF9}" presName="textRect" presStyleLbl="revTx" presStyleIdx="2" presStyleCnt="4">
        <dgm:presLayoutVars>
          <dgm:chMax val="1"/>
          <dgm:chPref val="1"/>
        </dgm:presLayoutVars>
      </dgm:prSet>
      <dgm:spPr/>
    </dgm:pt>
    <dgm:pt modelId="{A1235BDE-F5FF-41A5-8B2B-A8FE47BA3CFB}" type="pres">
      <dgm:prSet presAssocID="{56D86E96-AD22-4DE3-B457-27A9E33B8BBE}" presName="sibTrans" presStyleCnt="0"/>
      <dgm:spPr/>
    </dgm:pt>
    <dgm:pt modelId="{FBE02768-7AEB-45C0-8E49-97FAD6BF7E04}" type="pres">
      <dgm:prSet presAssocID="{04FEB8FD-5ABB-4A5C-A5BF-C1294BA17B45}" presName="compNode" presStyleCnt="0"/>
      <dgm:spPr/>
    </dgm:pt>
    <dgm:pt modelId="{5E2ACE22-CAEE-4200-AC99-D28A391941B4}" type="pres">
      <dgm:prSet presAssocID="{04FEB8FD-5ABB-4A5C-A5BF-C1294BA17B45}" presName="iconBgRect" presStyleLbl="bgShp" presStyleIdx="3" presStyleCnt="4"/>
      <dgm:spPr/>
    </dgm:pt>
    <dgm:pt modelId="{D833AC62-38A4-43C8-8F9A-025A36A43489}" type="pres">
      <dgm:prSet presAssocID="{04FEB8FD-5ABB-4A5C-A5BF-C1294BA17B4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49627F13-A98E-43BE-A51F-33E66E0EE517}" type="pres">
      <dgm:prSet presAssocID="{04FEB8FD-5ABB-4A5C-A5BF-C1294BA17B45}" presName="spaceRect" presStyleCnt="0"/>
      <dgm:spPr/>
    </dgm:pt>
    <dgm:pt modelId="{D2B8A5C9-DFD5-4D37-B0BD-E0205EF2B5D6}" type="pres">
      <dgm:prSet presAssocID="{04FEB8FD-5ABB-4A5C-A5BF-C1294BA17B4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0851D17-9A05-4DAC-8532-73ECC0717E43}" type="presOf" srcId="{0933A908-CF58-4FA0-B9B8-AC374FCF2EF9}" destId="{D4D7F49B-26A8-4A3F-8838-834C4D6576D8}" srcOrd="0" destOrd="0" presId="urn:microsoft.com/office/officeart/2018/5/layout/IconCircleLabelList"/>
    <dgm:cxn modelId="{ED25AA33-32D9-4C36-9D88-C165D865C15C}" srcId="{20CDB337-60B5-45FF-99B9-8AE8A60800BF}" destId="{0933A908-CF58-4FA0-B9B8-AC374FCF2EF9}" srcOrd="2" destOrd="0" parTransId="{F42B4A4A-505F-4E5A-9DF7-6634C858D2BC}" sibTransId="{56D86E96-AD22-4DE3-B457-27A9E33B8BBE}"/>
    <dgm:cxn modelId="{5FB13B3A-8A4B-48A0-8E1F-179ED8233629}" type="presOf" srcId="{04FEB8FD-5ABB-4A5C-A5BF-C1294BA17B45}" destId="{D2B8A5C9-DFD5-4D37-B0BD-E0205EF2B5D6}" srcOrd="0" destOrd="0" presId="urn:microsoft.com/office/officeart/2018/5/layout/IconCircleLabelList"/>
    <dgm:cxn modelId="{DB07D253-B8AC-4012-AD6B-D055751761FB}" srcId="{20CDB337-60B5-45FF-99B9-8AE8A60800BF}" destId="{04FEB8FD-5ABB-4A5C-A5BF-C1294BA17B45}" srcOrd="3" destOrd="0" parTransId="{BF662BDA-DCC0-4418-905F-E75D48353148}" sibTransId="{BA296B92-A70B-408F-91A9-BC5AC4B02AE5}"/>
    <dgm:cxn modelId="{AA389C86-E1DC-4C2E-975B-40B9255DB831}" type="presOf" srcId="{4EAAECC8-8261-4599-8C27-C2A3ABEA5EFB}" destId="{FE7B68D8-C80E-4EDC-B8DD-0E280FA633B0}" srcOrd="0" destOrd="0" presId="urn:microsoft.com/office/officeart/2018/5/layout/IconCircleLabelList"/>
    <dgm:cxn modelId="{45F42B88-6FA1-4B96-8BF8-8D93DB627A76}" type="presOf" srcId="{20CDB337-60B5-45FF-99B9-8AE8A60800BF}" destId="{760E3096-3429-430C-AD03-0C34972832F7}" srcOrd="0" destOrd="0" presId="urn:microsoft.com/office/officeart/2018/5/layout/IconCircleLabelList"/>
    <dgm:cxn modelId="{10889BA6-578C-47AD-8A7F-093A8C8DA029}" srcId="{20CDB337-60B5-45FF-99B9-8AE8A60800BF}" destId="{F53AF02D-6A44-40F0-8CEC-D4D716ADFC4E}" srcOrd="1" destOrd="0" parTransId="{54BF92B8-A179-4558-8BE5-D85D58444611}" sibTransId="{684A9006-CCCE-4893-83F7-635854577822}"/>
    <dgm:cxn modelId="{A380CCC3-F9C8-471E-ACE0-FC132CA9766E}" type="presOf" srcId="{F53AF02D-6A44-40F0-8CEC-D4D716ADFC4E}" destId="{121ECD49-C8CA-43AB-93DB-6D86EFDF94F0}" srcOrd="0" destOrd="0" presId="urn:microsoft.com/office/officeart/2018/5/layout/IconCircleLabelList"/>
    <dgm:cxn modelId="{A59F15D2-52C5-401A-88CC-68EDB8B1DE9D}" srcId="{20CDB337-60B5-45FF-99B9-8AE8A60800BF}" destId="{4EAAECC8-8261-4599-8C27-C2A3ABEA5EFB}" srcOrd="0" destOrd="0" parTransId="{F4BC2B5F-5F03-4ADD-A9C2-029D1D6B2515}" sibTransId="{EF3ABABC-264A-4207-AC1F-B3397EF7A5AB}"/>
    <dgm:cxn modelId="{B82C9AC9-67D1-4A42-BDB0-47FD5488D1DE}" type="presParOf" srcId="{760E3096-3429-430C-AD03-0C34972832F7}" destId="{DF5A74BD-EFD0-417D-A119-72DD44D8C46F}" srcOrd="0" destOrd="0" presId="urn:microsoft.com/office/officeart/2018/5/layout/IconCircleLabelList"/>
    <dgm:cxn modelId="{7BE57678-80E5-4ADD-8426-C76C68BA0DF6}" type="presParOf" srcId="{DF5A74BD-EFD0-417D-A119-72DD44D8C46F}" destId="{426D5224-0349-4B14-8BCD-5ADFFEE3500E}" srcOrd="0" destOrd="0" presId="urn:microsoft.com/office/officeart/2018/5/layout/IconCircleLabelList"/>
    <dgm:cxn modelId="{36CB3C35-4028-4113-91C2-D4B7BE6D3B4E}" type="presParOf" srcId="{DF5A74BD-EFD0-417D-A119-72DD44D8C46F}" destId="{C2193642-C89A-4D55-BF1D-CDB5D8E4454F}" srcOrd="1" destOrd="0" presId="urn:microsoft.com/office/officeart/2018/5/layout/IconCircleLabelList"/>
    <dgm:cxn modelId="{1A501764-0DBA-4602-84B8-2AACA1FD6433}" type="presParOf" srcId="{DF5A74BD-EFD0-417D-A119-72DD44D8C46F}" destId="{C2671CD4-F58E-4F14-9E93-17286279AE5A}" srcOrd="2" destOrd="0" presId="urn:microsoft.com/office/officeart/2018/5/layout/IconCircleLabelList"/>
    <dgm:cxn modelId="{FE636733-E6BD-424E-A762-531379B41F7B}" type="presParOf" srcId="{DF5A74BD-EFD0-417D-A119-72DD44D8C46F}" destId="{FE7B68D8-C80E-4EDC-B8DD-0E280FA633B0}" srcOrd="3" destOrd="0" presId="urn:microsoft.com/office/officeart/2018/5/layout/IconCircleLabelList"/>
    <dgm:cxn modelId="{126FFB85-50CB-49FF-9071-12B8292E551B}" type="presParOf" srcId="{760E3096-3429-430C-AD03-0C34972832F7}" destId="{A511EF0A-448F-406E-B05C-CA4B9588D6CE}" srcOrd="1" destOrd="0" presId="urn:microsoft.com/office/officeart/2018/5/layout/IconCircleLabelList"/>
    <dgm:cxn modelId="{547BB259-8C4A-4480-8A4C-C4FE6E02CB36}" type="presParOf" srcId="{760E3096-3429-430C-AD03-0C34972832F7}" destId="{C4CDB179-2F25-461C-A77C-D09FC9A0D8BD}" srcOrd="2" destOrd="0" presId="urn:microsoft.com/office/officeart/2018/5/layout/IconCircleLabelList"/>
    <dgm:cxn modelId="{EA6F99D7-9BAB-4C46-A499-1DA3A553049C}" type="presParOf" srcId="{C4CDB179-2F25-461C-A77C-D09FC9A0D8BD}" destId="{C52E8823-547B-4D33-BFFA-3C2282FB4ED7}" srcOrd="0" destOrd="0" presId="urn:microsoft.com/office/officeart/2018/5/layout/IconCircleLabelList"/>
    <dgm:cxn modelId="{82FA3198-C7C1-449E-9A06-D2CF3BFB36E3}" type="presParOf" srcId="{C4CDB179-2F25-461C-A77C-D09FC9A0D8BD}" destId="{09CC48F6-7168-40EF-A74E-F474CC32B3B4}" srcOrd="1" destOrd="0" presId="urn:microsoft.com/office/officeart/2018/5/layout/IconCircleLabelList"/>
    <dgm:cxn modelId="{79ACCE6E-D42F-4D40-BD30-2CD903EA8F6F}" type="presParOf" srcId="{C4CDB179-2F25-461C-A77C-D09FC9A0D8BD}" destId="{43313195-4023-4EAA-B768-0EDBB398118B}" srcOrd="2" destOrd="0" presId="urn:microsoft.com/office/officeart/2018/5/layout/IconCircleLabelList"/>
    <dgm:cxn modelId="{4B5965D9-62B1-49C2-B26F-02EB0F06CEA6}" type="presParOf" srcId="{C4CDB179-2F25-461C-A77C-D09FC9A0D8BD}" destId="{121ECD49-C8CA-43AB-93DB-6D86EFDF94F0}" srcOrd="3" destOrd="0" presId="urn:microsoft.com/office/officeart/2018/5/layout/IconCircleLabelList"/>
    <dgm:cxn modelId="{1E2BAC41-B7BE-4431-A7AC-C9BED5BC8269}" type="presParOf" srcId="{760E3096-3429-430C-AD03-0C34972832F7}" destId="{EBA11A90-8F2F-4C1B-89F0-D01F8E2166E3}" srcOrd="3" destOrd="0" presId="urn:microsoft.com/office/officeart/2018/5/layout/IconCircleLabelList"/>
    <dgm:cxn modelId="{8FB7B26E-AB31-4089-9147-465E83B021FF}" type="presParOf" srcId="{760E3096-3429-430C-AD03-0C34972832F7}" destId="{556EEA9A-A99B-4A5D-9069-37D7E6F6F0D5}" srcOrd="4" destOrd="0" presId="urn:microsoft.com/office/officeart/2018/5/layout/IconCircleLabelList"/>
    <dgm:cxn modelId="{FA6FDB85-AF9D-47E8-A523-444EE1B75537}" type="presParOf" srcId="{556EEA9A-A99B-4A5D-9069-37D7E6F6F0D5}" destId="{94098E5C-A900-4EFA-847A-B4B55272FBAC}" srcOrd="0" destOrd="0" presId="urn:microsoft.com/office/officeart/2018/5/layout/IconCircleLabelList"/>
    <dgm:cxn modelId="{713A56B8-F87D-415E-8FE6-E425F0AD1F64}" type="presParOf" srcId="{556EEA9A-A99B-4A5D-9069-37D7E6F6F0D5}" destId="{6286425C-E6E3-496F-B03C-85FB42EA5236}" srcOrd="1" destOrd="0" presId="urn:microsoft.com/office/officeart/2018/5/layout/IconCircleLabelList"/>
    <dgm:cxn modelId="{98F2AE9E-1D15-4EA7-B869-70199424211A}" type="presParOf" srcId="{556EEA9A-A99B-4A5D-9069-37D7E6F6F0D5}" destId="{7AD3EBA1-D438-48D8-BFDD-05932780CCCF}" srcOrd="2" destOrd="0" presId="urn:microsoft.com/office/officeart/2018/5/layout/IconCircleLabelList"/>
    <dgm:cxn modelId="{3FFC8783-B570-448D-855E-1565369F0644}" type="presParOf" srcId="{556EEA9A-A99B-4A5D-9069-37D7E6F6F0D5}" destId="{D4D7F49B-26A8-4A3F-8838-834C4D6576D8}" srcOrd="3" destOrd="0" presId="urn:microsoft.com/office/officeart/2018/5/layout/IconCircleLabelList"/>
    <dgm:cxn modelId="{3A509053-CFCB-4402-8A3A-4E9B3F165215}" type="presParOf" srcId="{760E3096-3429-430C-AD03-0C34972832F7}" destId="{A1235BDE-F5FF-41A5-8B2B-A8FE47BA3CFB}" srcOrd="5" destOrd="0" presId="urn:microsoft.com/office/officeart/2018/5/layout/IconCircleLabelList"/>
    <dgm:cxn modelId="{981D7CD2-1D61-4C4D-994F-394E593608FE}" type="presParOf" srcId="{760E3096-3429-430C-AD03-0C34972832F7}" destId="{FBE02768-7AEB-45C0-8E49-97FAD6BF7E04}" srcOrd="6" destOrd="0" presId="urn:microsoft.com/office/officeart/2018/5/layout/IconCircleLabelList"/>
    <dgm:cxn modelId="{C73789A9-1FE8-49C5-A728-A1F4FE858CF2}" type="presParOf" srcId="{FBE02768-7AEB-45C0-8E49-97FAD6BF7E04}" destId="{5E2ACE22-CAEE-4200-AC99-D28A391941B4}" srcOrd="0" destOrd="0" presId="urn:microsoft.com/office/officeart/2018/5/layout/IconCircleLabelList"/>
    <dgm:cxn modelId="{1D0FAFC4-F4D5-4FA0-8300-4D266C88B337}" type="presParOf" srcId="{FBE02768-7AEB-45C0-8E49-97FAD6BF7E04}" destId="{D833AC62-38A4-43C8-8F9A-025A36A43489}" srcOrd="1" destOrd="0" presId="urn:microsoft.com/office/officeart/2018/5/layout/IconCircleLabelList"/>
    <dgm:cxn modelId="{AFF004D5-90B1-481E-A033-E0F13F8C7D0C}" type="presParOf" srcId="{FBE02768-7AEB-45C0-8E49-97FAD6BF7E04}" destId="{49627F13-A98E-43BE-A51F-33E66E0EE517}" srcOrd="2" destOrd="0" presId="urn:microsoft.com/office/officeart/2018/5/layout/IconCircleLabelList"/>
    <dgm:cxn modelId="{6EB57897-177E-497E-9823-6D5937781737}" type="presParOf" srcId="{FBE02768-7AEB-45C0-8E49-97FAD6BF7E04}" destId="{D2B8A5C9-DFD5-4D37-B0BD-E0205EF2B5D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09093F-5B25-4730-8ED4-9631439C143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EFA6548-D759-44A9-BDA8-9985C4079013}">
      <dgm:prSet/>
      <dgm:spPr/>
      <dgm:t>
        <a:bodyPr/>
        <a:lstStyle/>
        <a:p>
          <a:r>
            <a:rPr lang="en-GB" dirty="0"/>
            <a:t>The users suggest changes, on which several consecutive updates and maintenance keep on changing too. </a:t>
          </a:r>
          <a:endParaRPr lang="en-US" dirty="0"/>
        </a:p>
      </dgm:t>
    </dgm:pt>
    <dgm:pt modelId="{F8780C0A-9592-4E49-85C6-11E1FC7E5CDD}" type="parTrans" cxnId="{A31E1788-992B-43C7-9D46-85615464AA1B}">
      <dgm:prSet/>
      <dgm:spPr/>
      <dgm:t>
        <a:bodyPr/>
        <a:lstStyle/>
        <a:p>
          <a:endParaRPr lang="en-US"/>
        </a:p>
      </dgm:t>
    </dgm:pt>
    <dgm:pt modelId="{C8CEC984-73EF-43AE-A53F-AA173717B6AA}" type="sibTrans" cxnId="{A31E1788-992B-43C7-9D46-85615464AA1B}">
      <dgm:prSet/>
      <dgm:spPr/>
      <dgm:t>
        <a:bodyPr/>
        <a:lstStyle/>
        <a:p>
          <a:endParaRPr lang="en-US"/>
        </a:p>
      </dgm:t>
    </dgm:pt>
    <dgm:pt modelId="{28579C66-3921-42C2-9FF1-438591A3E021}">
      <dgm:prSet/>
      <dgm:spPr/>
      <dgm:t>
        <a:bodyPr/>
        <a:lstStyle/>
        <a:p>
          <a:r>
            <a:rPr lang="en-GB"/>
            <a:t>This process changes to the original software, till the desired software is accomplished.</a:t>
          </a:r>
          <a:endParaRPr lang="en-US"/>
        </a:p>
      </dgm:t>
    </dgm:pt>
    <dgm:pt modelId="{51C9EE4C-CE1A-42FA-B190-B6A032F5CE0B}" type="parTrans" cxnId="{684202E9-26D5-4EAE-BE55-6F731B170B36}">
      <dgm:prSet/>
      <dgm:spPr/>
      <dgm:t>
        <a:bodyPr/>
        <a:lstStyle/>
        <a:p>
          <a:endParaRPr lang="en-US"/>
        </a:p>
      </dgm:t>
    </dgm:pt>
    <dgm:pt modelId="{C23CEB30-BE49-442F-9281-895D3F496BEE}" type="sibTrans" cxnId="{684202E9-26D5-4EAE-BE55-6F731B170B36}">
      <dgm:prSet/>
      <dgm:spPr/>
      <dgm:t>
        <a:bodyPr/>
        <a:lstStyle/>
        <a:p>
          <a:endParaRPr lang="en-US"/>
        </a:p>
      </dgm:t>
    </dgm:pt>
    <dgm:pt modelId="{0A0560F3-BA5B-4597-BB07-255438309213}">
      <dgm:prSet/>
      <dgm:spPr/>
      <dgm:t>
        <a:bodyPr/>
        <a:lstStyle/>
        <a:p>
          <a:r>
            <a:rPr lang="en-GB"/>
            <a:t>Even after the user has the desired software in hand, the advancing technology and the changing requirements force the software product to change accordingly.</a:t>
          </a:r>
          <a:endParaRPr lang="en-US"/>
        </a:p>
      </dgm:t>
    </dgm:pt>
    <dgm:pt modelId="{FBCA2EDB-CDAE-485E-B2E7-CB8A2F1B2D60}" type="parTrans" cxnId="{59408227-4B1D-4E51-ACEB-28C894E164ED}">
      <dgm:prSet/>
      <dgm:spPr/>
      <dgm:t>
        <a:bodyPr/>
        <a:lstStyle/>
        <a:p>
          <a:endParaRPr lang="en-US"/>
        </a:p>
      </dgm:t>
    </dgm:pt>
    <dgm:pt modelId="{833FB3F0-AE12-4D2D-9636-3D99979ECE02}" type="sibTrans" cxnId="{59408227-4B1D-4E51-ACEB-28C894E164ED}">
      <dgm:prSet/>
      <dgm:spPr/>
      <dgm:t>
        <a:bodyPr/>
        <a:lstStyle/>
        <a:p>
          <a:endParaRPr lang="en-US"/>
        </a:p>
      </dgm:t>
    </dgm:pt>
    <dgm:pt modelId="{05EEC4E0-DD8B-4626-9B6D-7DAA9A509B02}">
      <dgm:prSet/>
      <dgm:spPr/>
      <dgm:t>
        <a:bodyPr/>
        <a:lstStyle/>
        <a:p>
          <a:r>
            <a:rPr lang="en-GB"/>
            <a:t>Re-creating software from scratch and to go one-on-one with the requirement is not feasible.</a:t>
          </a:r>
          <a:endParaRPr lang="en-US"/>
        </a:p>
      </dgm:t>
    </dgm:pt>
    <dgm:pt modelId="{75F89A00-F0A0-4A31-9EA5-AF8903B1CC0F}" type="parTrans" cxnId="{1419955E-E64B-4233-9AA7-D956EADC2FFA}">
      <dgm:prSet/>
      <dgm:spPr/>
      <dgm:t>
        <a:bodyPr/>
        <a:lstStyle/>
        <a:p>
          <a:endParaRPr lang="en-US"/>
        </a:p>
      </dgm:t>
    </dgm:pt>
    <dgm:pt modelId="{716754B3-1C2B-4E1E-B105-C7C2629E7AFF}" type="sibTrans" cxnId="{1419955E-E64B-4233-9AA7-D956EADC2FFA}">
      <dgm:prSet/>
      <dgm:spPr/>
      <dgm:t>
        <a:bodyPr/>
        <a:lstStyle/>
        <a:p>
          <a:endParaRPr lang="en-US"/>
        </a:p>
      </dgm:t>
    </dgm:pt>
    <dgm:pt modelId="{F05D3FB9-5905-4D61-979B-A9B60FC623A2}">
      <dgm:prSet/>
      <dgm:spPr/>
      <dgm:t>
        <a:bodyPr/>
        <a:lstStyle/>
        <a:p>
          <a:r>
            <a:rPr lang="en-GB"/>
            <a:t>The only feasible and economical solution is to update the existing software so that it matches the latest requirements. </a:t>
          </a:r>
          <a:endParaRPr lang="en-US"/>
        </a:p>
      </dgm:t>
    </dgm:pt>
    <dgm:pt modelId="{34E29074-9BCD-4A2C-8204-2DC3A526EFAA}" type="parTrans" cxnId="{5A6DD188-FE08-4F02-BEC0-8182F039FB08}">
      <dgm:prSet/>
      <dgm:spPr/>
      <dgm:t>
        <a:bodyPr/>
        <a:lstStyle/>
        <a:p>
          <a:endParaRPr lang="en-US"/>
        </a:p>
      </dgm:t>
    </dgm:pt>
    <dgm:pt modelId="{BEF08404-8D07-49DD-A780-B44AEC92167F}" type="sibTrans" cxnId="{5A6DD188-FE08-4F02-BEC0-8182F039FB08}">
      <dgm:prSet/>
      <dgm:spPr/>
      <dgm:t>
        <a:bodyPr/>
        <a:lstStyle/>
        <a:p>
          <a:endParaRPr lang="en-US"/>
        </a:p>
      </dgm:t>
    </dgm:pt>
    <dgm:pt modelId="{7C9D8C9C-4B6C-42B4-A7B5-27EDE0E00DEC}" type="pres">
      <dgm:prSet presAssocID="{8109093F-5B25-4730-8ED4-9631439C1430}" presName="vert0" presStyleCnt="0">
        <dgm:presLayoutVars>
          <dgm:dir/>
          <dgm:animOne val="branch"/>
          <dgm:animLvl val="lvl"/>
        </dgm:presLayoutVars>
      </dgm:prSet>
      <dgm:spPr/>
    </dgm:pt>
    <dgm:pt modelId="{C94E5448-126C-44BC-AD08-3DD16556DC5D}" type="pres">
      <dgm:prSet presAssocID="{1EFA6548-D759-44A9-BDA8-9985C4079013}" presName="thickLine" presStyleLbl="alignNode1" presStyleIdx="0" presStyleCnt="5"/>
      <dgm:spPr/>
    </dgm:pt>
    <dgm:pt modelId="{E8CD9E50-8C8A-44B1-8CBA-4FC5F7E69F26}" type="pres">
      <dgm:prSet presAssocID="{1EFA6548-D759-44A9-BDA8-9985C4079013}" presName="horz1" presStyleCnt="0"/>
      <dgm:spPr/>
    </dgm:pt>
    <dgm:pt modelId="{632E3AC0-52F9-4AE5-82DD-02F43F49A2F5}" type="pres">
      <dgm:prSet presAssocID="{1EFA6548-D759-44A9-BDA8-9985C4079013}" presName="tx1" presStyleLbl="revTx" presStyleIdx="0" presStyleCnt="5"/>
      <dgm:spPr/>
    </dgm:pt>
    <dgm:pt modelId="{E4AB31C5-7A70-4B5F-8A14-E2B1C19FFC71}" type="pres">
      <dgm:prSet presAssocID="{1EFA6548-D759-44A9-BDA8-9985C4079013}" presName="vert1" presStyleCnt="0"/>
      <dgm:spPr/>
    </dgm:pt>
    <dgm:pt modelId="{BAA145BA-B080-4783-BCA1-62FD4DC73254}" type="pres">
      <dgm:prSet presAssocID="{28579C66-3921-42C2-9FF1-438591A3E021}" presName="thickLine" presStyleLbl="alignNode1" presStyleIdx="1" presStyleCnt="5"/>
      <dgm:spPr/>
    </dgm:pt>
    <dgm:pt modelId="{CE3648D6-D7A4-4D08-9E08-83F8B4A0E4AE}" type="pres">
      <dgm:prSet presAssocID="{28579C66-3921-42C2-9FF1-438591A3E021}" presName="horz1" presStyleCnt="0"/>
      <dgm:spPr/>
    </dgm:pt>
    <dgm:pt modelId="{10F73FE8-805F-4086-A03D-46DE7762B8AD}" type="pres">
      <dgm:prSet presAssocID="{28579C66-3921-42C2-9FF1-438591A3E021}" presName="tx1" presStyleLbl="revTx" presStyleIdx="1" presStyleCnt="5"/>
      <dgm:spPr/>
    </dgm:pt>
    <dgm:pt modelId="{F4FB0CAF-DF1E-4FB1-9890-566039A091F2}" type="pres">
      <dgm:prSet presAssocID="{28579C66-3921-42C2-9FF1-438591A3E021}" presName="vert1" presStyleCnt="0"/>
      <dgm:spPr/>
    </dgm:pt>
    <dgm:pt modelId="{93F2E81A-8865-4DFF-A9DA-7B079F7777B4}" type="pres">
      <dgm:prSet presAssocID="{0A0560F3-BA5B-4597-BB07-255438309213}" presName="thickLine" presStyleLbl="alignNode1" presStyleIdx="2" presStyleCnt="5"/>
      <dgm:spPr/>
    </dgm:pt>
    <dgm:pt modelId="{F834389D-778C-43CC-8823-656FA7BA46A5}" type="pres">
      <dgm:prSet presAssocID="{0A0560F3-BA5B-4597-BB07-255438309213}" presName="horz1" presStyleCnt="0"/>
      <dgm:spPr/>
    </dgm:pt>
    <dgm:pt modelId="{52DE9B69-290E-4F05-8D9E-915304610EB1}" type="pres">
      <dgm:prSet presAssocID="{0A0560F3-BA5B-4597-BB07-255438309213}" presName="tx1" presStyleLbl="revTx" presStyleIdx="2" presStyleCnt="5"/>
      <dgm:spPr/>
    </dgm:pt>
    <dgm:pt modelId="{06CE3A72-C445-41AC-B7AF-3CD8734F963D}" type="pres">
      <dgm:prSet presAssocID="{0A0560F3-BA5B-4597-BB07-255438309213}" presName="vert1" presStyleCnt="0"/>
      <dgm:spPr/>
    </dgm:pt>
    <dgm:pt modelId="{4442D0AB-38C1-4F3C-B0EC-2A210DFE4425}" type="pres">
      <dgm:prSet presAssocID="{05EEC4E0-DD8B-4626-9B6D-7DAA9A509B02}" presName="thickLine" presStyleLbl="alignNode1" presStyleIdx="3" presStyleCnt="5"/>
      <dgm:spPr/>
    </dgm:pt>
    <dgm:pt modelId="{AC6B4961-50DC-435A-8C7E-6114F0B49DD4}" type="pres">
      <dgm:prSet presAssocID="{05EEC4E0-DD8B-4626-9B6D-7DAA9A509B02}" presName="horz1" presStyleCnt="0"/>
      <dgm:spPr/>
    </dgm:pt>
    <dgm:pt modelId="{D31CCA64-168A-4CF0-A944-7C00C1EEF50F}" type="pres">
      <dgm:prSet presAssocID="{05EEC4E0-DD8B-4626-9B6D-7DAA9A509B02}" presName="tx1" presStyleLbl="revTx" presStyleIdx="3" presStyleCnt="5"/>
      <dgm:spPr/>
    </dgm:pt>
    <dgm:pt modelId="{BCB9C5D3-06F0-46C1-AEF6-7EBE691939A2}" type="pres">
      <dgm:prSet presAssocID="{05EEC4E0-DD8B-4626-9B6D-7DAA9A509B02}" presName="vert1" presStyleCnt="0"/>
      <dgm:spPr/>
    </dgm:pt>
    <dgm:pt modelId="{FA5FF37B-3EA0-40B8-83F7-0C5BC1C281BD}" type="pres">
      <dgm:prSet presAssocID="{F05D3FB9-5905-4D61-979B-A9B60FC623A2}" presName="thickLine" presStyleLbl="alignNode1" presStyleIdx="4" presStyleCnt="5"/>
      <dgm:spPr/>
    </dgm:pt>
    <dgm:pt modelId="{15EAD5E6-805A-490D-8EF8-28FE49C3914D}" type="pres">
      <dgm:prSet presAssocID="{F05D3FB9-5905-4D61-979B-A9B60FC623A2}" presName="horz1" presStyleCnt="0"/>
      <dgm:spPr/>
    </dgm:pt>
    <dgm:pt modelId="{80B4CCBD-4459-4A33-9799-6EFA707B325A}" type="pres">
      <dgm:prSet presAssocID="{F05D3FB9-5905-4D61-979B-A9B60FC623A2}" presName="tx1" presStyleLbl="revTx" presStyleIdx="4" presStyleCnt="5"/>
      <dgm:spPr/>
    </dgm:pt>
    <dgm:pt modelId="{1011D591-42DE-4F51-A563-4C886B9805B3}" type="pres">
      <dgm:prSet presAssocID="{F05D3FB9-5905-4D61-979B-A9B60FC623A2}" presName="vert1" presStyleCnt="0"/>
      <dgm:spPr/>
    </dgm:pt>
  </dgm:ptLst>
  <dgm:cxnLst>
    <dgm:cxn modelId="{B3D03E02-9E0A-4B5C-A0BD-20F63D8C4264}" type="presOf" srcId="{0A0560F3-BA5B-4597-BB07-255438309213}" destId="{52DE9B69-290E-4F05-8D9E-915304610EB1}" srcOrd="0" destOrd="0" presId="urn:microsoft.com/office/officeart/2008/layout/LinedList"/>
    <dgm:cxn modelId="{8437FC0B-2DB0-4F7F-B2BB-C0C321360697}" type="presOf" srcId="{8109093F-5B25-4730-8ED4-9631439C1430}" destId="{7C9D8C9C-4B6C-42B4-A7B5-27EDE0E00DEC}" srcOrd="0" destOrd="0" presId="urn:microsoft.com/office/officeart/2008/layout/LinedList"/>
    <dgm:cxn modelId="{59408227-4B1D-4E51-ACEB-28C894E164ED}" srcId="{8109093F-5B25-4730-8ED4-9631439C1430}" destId="{0A0560F3-BA5B-4597-BB07-255438309213}" srcOrd="2" destOrd="0" parTransId="{FBCA2EDB-CDAE-485E-B2E7-CB8A2F1B2D60}" sibTransId="{833FB3F0-AE12-4D2D-9636-3D99979ECE02}"/>
    <dgm:cxn modelId="{1419955E-E64B-4233-9AA7-D956EADC2FFA}" srcId="{8109093F-5B25-4730-8ED4-9631439C1430}" destId="{05EEC4E0-DD8B-4626-9B6D-7DAA9A509B02}" srcOrd="3" destOrd="0" parTransId="{75F89A00-F0A0-4A31-9EA5-AF8903B1CC0F}" sibTransId="{716754B3-1C2B-4E1E-B105-C7C2629E7AFF}"/>
    <dgm:cxn modelId="{148E8B6B-61F9-45D9-B83F-B73992A836FE}" type="presOf" srcId="{F05D3FB9-5905-4D61-979B-A9B60FC623A2}" destId="{80B4CCBD-4459-4A33-9799-6EFA707B325A}" srcOrd="0" destOrd="0" presId="urn:microsoft.com/office/officeart/2008/layout/LinedList"/>
    <dgm:cxn modelId="{05046450-9693-4CFA-9EE5-09DDA7B4D7D9}" type="presOf" srcId="{28579C66-3921-42C2-9FF1-438591A3E021}" destId="{10F73FE8-805F-4086-A03D-46DE7762B8AD}" srcOrd="0" destOrd="0" presId="urn:microsoft.com/office/officeart/2008/layout/LinedList"/>
    <dgm:cxn modelId="{5FC77352-5CF2-4671-909B-592D0718CEDE}" type="presOf" srcId="{1EFA6548-D759-44A9-BDA8-9985C4079013}" destId="{632E3AC0-52F9-4AE5-82DD-02F43F49A2F5}" srcOrd="0" destOrd="0" presId="urn:microsoft.com/office/officeart/2008/layout/LinedList"/>
    <dgm:cxn modelId="{A31E1788-992B-43C7-9D46-85615464AA1B}" srcId="{8109093F-5B25-4730-8ED4-9631439C1430}" destId="{1EFA6548-D759-44A9-BDA8-9985C4079013}" srcOrd="0" destOrd="0" parTransId="{F8780C0A-9592-4E49-85C6-11E1FC7E5CDD}" sibTransId="{C8CEC984-73EF-43AE-A53F-AA173717B6AA}"/>
    <dgm:cxn modelId="{5A6DD188-FE08-4F02-BEC0-8182F039FB08}" srcId="{8109093F-5B25-4730-8ED4-9631439C1430}" destId="{F05D3FB9-5905-4D61-979B-A9B60FC623A2}" srcOrd="4" destOrd="0" parTransId="{34E29074-9BCD-4A2C-8204-2DC3A526EFAA}" sibTransId="{BEF08404-8D07-49DD-A780-B44AEC92167F}"/>
    <dgm:cxn modelId="{684202E9-26D5-4EAE-BE55-6F731B170B36}" srcId="{8109093F-5B25-4730-8ED4-9631439C1430}" destId="{28579C66-3921-42C2-9FF1-438591A3E021}" srcOrd="1" destOrd="0" parTransId="{51C9EE4C-CE1A-42FA-B190-B6A032F5CE0B}" sibTransId="{C23CEB30-BE49-442F-9281-895D3F496BEE}"/>
    <dgm:cxn modelId="{16062CED-60C0-4938-99CE-165D4E527328}" type="presOf" srcId="{05EEC4E0-DD8B-4626-9B6D-7DAA9A509B02}" destId="{D31CCA64-168A-4CF0-A944-7C00C1EEF50F}" srcOrd="0" destOrd="0" presId="urn:microsoft.com/office/officeart/2008/layout/LinedList"/>
    <dgm:cxn modelId="{9FE9A87E-F7F3-4135-8C61-1FD92CB1A464}" type="presParOf" srcId="{7C9D8C9C-4B6C-42B4-A7B5-27EDE0E00DEC}" destId="{C94E5448-126C-44BC-AD08-3DD16556DC5D}" srcOrd="0" destOrd="0" presId="urn:microsoft.com/office/officeart/2008/layout/LinedList"/>
    <dgm:cxn modelId="{DBC1906B-11F9-4A69-AB6A-A6408B4327A6}" type="presParOf" srcId="{7C9D8C9C-4B6C-42B4-A7B5-27EDE0E00DEC}" destId="{E8CD9E50-8C8A-44B1-8CBA-4FC5F7E69F26}" srcOrd="1" destOrd="0" presId="urn:microsoft.com/office/officeart/2008/layout/LinedList"/>
    <dgm:cxn modelId="{F0890380-01A0-4D91-8F62-84054CBEC9E1}" type="presParOf" srcId="{E8CD9E50-8C8A-44B1-8CBA-4FC5F7E69F26}" destId="{632E3AC0-52F9-4AE5-82DD-02F43F49A2F5}" srcOrd="0" destOrd="0" presId="urn:microsoft.com/office/officeart/2008/layout/LinedList"/>
    <dgm:cxn modelId="{A9F5E49B-5EF3-4164-B0EE-28B51E04B5B9}" type="presParOf" srcId="{E8CD9E50-8C8A-44B1-8CBA-4FC5F7E69F26}" destId="{E4AB31C5-7A70-4B5F-8A14-E2B1C19FFC71}" srcOrd="1" destOrd="0" presId="urn:microsoft.com/office/officeart/2008/layout/LinedList"/>
    <dgm:cxn modelId="{EDE67CC3-24FA-40A9-AD20-E1BA19F8FA1A}" type="presParOf" srcId="{7C9D8C9C-4B6C-42B4-A7B5-27EDE0E00DEC}" destId="{BAA145BA-B080-4783-BCA1-62FD4DC73254}" srcOrd="2" destOrd="0" presId="urn:microsoft.com/office/officeart/2008/layout/LinedList"/>
    <dgm:cxn modelId="{7561D34E-FC3C-445F-BC19-D8F5489EBA03}" type="presParOf" srcId="{7C9D8C9C-4B6C-42B4-A7B5-27EDE0E00DEC}" destId="{CE3648D6-D7A4-4D08-9E08-83F8B4A0E4AE}" srcOrd="3" destOrd="0" presId="urn:microsoft.com/office/officeart/2008/layout/LinedList"/>
    <dgm:cxn modelId="{43944741-144C-4B72-B5F2-B67372266B14}" type="presParOf" srcId="{CE3648D6-D7A4-4D08-9E08-83F8B4A0E4AE}" destId="{10F73FE8-805F-4086-A03D-46DE7762B8AD}" srcOrd="0" destOrd="0" presId="urn:microsoft.com/office/officeart/2008/layout/LinedList"/>
    <dgm:cxn modelId="{409F95B5-CCBB-42AD-9D24-48281CA186C0}" type="presParOf" srcId="{CE3648D6-D7A4-4D08-9E08-83F8B4A0E4AE}" destId="{F4FB0CAF-DF1E-4FB1-9890-566039A091F2}" srcOrd="1" destOrd="0" presId="urn:microsoft.com/office/officeart/2008/layout/LinedList"/>
    <dgm:cxn modelId="{952A411F-7ABB-4CE4-A45F-03127539D8B5}" type="presParOf" srcId="{7C9D8C9C-4B6C-42B4-A7B5-27EDE0E00DEC}" destId="{93F2E81A-8865-4DFF-A9DA-7B079F7777B4}" srcOrd="4" destOrd="0" presId="urn:microsoft.com/office/officeart/2008/layout/LinedList"/>
    <dgm:cxn modelId="{2172B1B7-0A17-4668-89DE-92ED26A48E4B}" type="presParOf" srcId="{7C9D8C9C-4B6C-42B4-A7B5-27EDE0E00DEC}" destId="{F834389D-778C-43CC-8823-656FA7BA46A5}" srcOrd="5" destOrd="0" presId="urn:microsoft.com/office/officeart/2008/layout/LinedList"/>
    <dgm:cxn modelId="{4AA61EAF-A165-44A1-A3D3-1BACF1E78851}" type="presParOf" srcId="{F834389D-778C-43CC-8823-656FA7BA46A5}" destId="{52DE9B69-290E-4F05-8D9E-915304610EB1}" srcOrd="0" destOrd="0" presId="urn:microsoft.com/office/officeart/2008/layout/LinedList"/>
    <dgm:cxn modelId="{D16B2BD6-240A-4DB1-A831-E354F6CCEDC8}" type="presParOf" srcId="{F834389D-778C-43CC-8823-656FA7BA46A5}" destId="{06CE3A72-C445-41AC-B7AF-3CD8734F963D}" srcOrd="1" destOrd="0" presId="urn:microsoft.com/office/officeart/2008/layout/LinedList"/>
    <dgm:cxn modelId="{AD360F7F-53D7-4F26-893B-B0E259A42D24}" type="presParOf" srcId="{7C9D8C9C-4B6C-42B4-A7B5-27EDE0E00DEC}" destId="{4442D0AB-38C1-4F3C-B0EC-2A210DFE4425}" srcOrd="6" destOrd="0" presId="urn:microsoft.com/office/officeart/2008/layout/LinedList"/>
    <dgm:cxn modelId="{FDC1E2E4-EC9D-427D-A759-0B047174E771}" type="presParOf" srcId="{7C9D8C9C-4B6C-42B4-A7B5-27EDE0E00DEC}" destId="{AC6B4961-50DC-435A-8C7E-6114F0B49DD4}" srcOrd="7" destOrd="0" presId="urn:microsoft.com/office/officeart/2008/layout/LinedList"/>
    <dgm:cxn modelId="{705A1DF8-B2B8-4E70-8318-8E6BD9640FFD}" type="presParOf" srcId="{AC6B4961-50DC-435A-8C7E-6114F0B49DD4}" destId="{D31CCA64-168A-4CF0-A944-7C00C1EEF50F}" srcOrd="0" destOrd="0" presId="urn:microsoft.com/office/officeart/2008/layout/LinedList"/>
    <dgm:cxn modelId="{669D1CDA-DE61-402A-B36E-30276B8EF530}" type="presParOf" srcId="{AC6B4961-50DC-435A-8C7E-6114F0B49DD4}" destId="{BCB9C5D3-06F0-46C1-AEF6-7EBE691939A2}" srcOrd="1" destOrd="0" presId="urn:microsoft.com/office/officeart/2008/layout/LinedList"/>
    <dgm:cxn modelId="{763C387D-A434-4B04-8C57-959B5BEB77BB}" type="presParOf" srcId="{7C9D8C9C-4B6C-42B4-A7B5-27EDE0E00DEC}" destId="{FA5FF37B-3EA0-40B8-83F7-0C5BC1C281BD}" srcOrd="8" destOrd="0" presId="urn:microsoft.com/office/officeart/2008/layout/LinedList"/>
    <dgm:cxn modelId="{E5EB6C77-568E-41B1-8DFE-F311C0E13C84}" type="presParOf" srcId="{7C9D8C9C-4B6C-42B4-A7B5-27EDE0E00DEC}" destId="{15EAD5E6-805A-490D-8EF8-28FE49C3914D}" srcOrd="9" destOrd="0" presId="urn:microsoft.com/office/officeart/2008/layout/LinedList"/>
    <dgm:cxn modelId="{4487EB95-812A-4468-9B45-B0995181E1D4}" type="presParOf" srcId="{15EAD5E6-805A-490D-8EF8-28FE49C3914D}" destId="{80B4CCBD-4459-4A33-9799-6EFA707B325A}" srcOrd="0" destOrd="0" presId="urn:microsoft.com/office/officeart/2008/layout/LinedList"/>
    <dgm:cxn modelId="{DCC4EABF-500E-42DF-B5B2-714083091283}" type="presParOf" srcId="{15EAD5E6-805A-490D-8EF8-28FE49C3914D}" destId="{1011D591-42DE-4F51-A563-4C886B9805B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0A6D694-4FB6-487F-A2C7-33ADB907B27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D70D1FF-8D15-4530-961F-1994C76B0EB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Lehman has given laws for software evolution.  </a:t>
          </a:r>
          <a:r>
            <a:rPr lang="en-GB"/>
            <a:t>He divided the software into three different categories:</a:t>
          </a:r>
          <a:endParaRPr lang="en-US"/>
        </a:p>
      </dgm:t>
    </dgm:pt>
    <dgm:pt modelId="{76EDED70-F5F7-4BE0-ADA6-EA02A15C65BB}" type="parTrans" cxnId="{0C1018EA-A8EB-4E8F-AC04-0ADF8A14BD91}">
      <dgm:prSet/>
      <dgm:spPr/>
      <dgm:t>
        <a:bodyPr/>
        <a:lstStyle/>
        <a:p>
          <a:endParaRPr lang="en-US"/>
        </a:p>
      </dgm:t>
    </dgm:pt>
    <dgm:pt modelId="{F96408FA-0A6D-40B7-A4AE-5794663A4CA9}" type="sibTrans" cxnId="{0C1018EA-A8EB-4E8F-AC04-0ADF8A14BD91}">
      <dgm:prSet/>
      <dgm:spPr/>
      <dgm:t>
        <a:bodyPr/>
        <a:lstStyle/>
        <a:p>
          <a:endParaRPr lang="en-US"/>
        </a:p>
      </dgm:t>
    </dgm:pt>
    <dgm:pt modelId="{A819B9AC-2D68-4EC3-A668-2E22D28974E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1. Static-type (S-type) </a:t>
          </a:r>
          <a:r>
            <a:rPr lang="en-GB"/>
            <a:t>- This is a software, which works strictly according to defined specifications and solutions. The s-type software is least subjected to changes hence this is the simplest of all. For example, calculator program for mathematical computation. </a:t>
          </a:r>
          <a:endParaRPr lang="en-US"/>
        </a:p>
      </dgm:t>
    </dgm:pt>
    <dgm:pt modelId="{F5F617A1-CFDA-4E4A-95AA-0CCDC6CFEC13}" type="parTrans" cxnId="{05C6F5E6-BA83-493A-AE36-4620A605E909}">
      <dgm:prSet/>
      <dgm:spPr/>
      <dgm:t>
        <a:bodyPr/>
        <a:lstStyle/>
        <a:p>
          <a:endParaRPr lang="en-US"/>
        </a:p>
      </dgm:t>
    </dgm:pt>
    <dgm:pt modelId="{6AB663B7-7DBE-4236-8BDF-290B29317C6F}" type="sibTrans" cxnId="{05C6F5E6-BA83-493A-AE36-4620A605E909}">
      <dgm:prSet/>
      <dgm:spPr/>
      <dgm:t>
        <a:bodyPr/>
        <a:lstStyle/>
        <a:p>
          <a:endParaRPr lang="en-US"/>
        </a:p>
      </dgm:t>
    </dgm:pt>
    <dgm:pt modelId="{893BE412-89CC-4460-936E-C1A9522A1A2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2. Practical-type (P-type) - </a:t>
          </a:r>
          <a:r>
            <a:rPr lang="en-GB"/>
            <a:t>This is a software with a collection of procedures. In this software, the specifications can be described but the solution is not obviously instant. For example, gaming software. </a:t>
          </a:r>
          <a:endParaRPr lang="en-US"/>
        </a:p>
      </dgm:t>
    </dgm:pt>
    <dgm:pt modelId="{EC7EE6BE-B05C-4E99-9500-D4F221E4BC03}" type="parTrans" cxnId="{9AC2BE66-223F-4FA6-961F-1BE07FBB48D2}">
      <dgm:prSet/>
      <dgm:spPr/>
      <dgm:t>
        <a:bodyPr/>
        <a:lstStyle/>
        <a:p>
          <a:endParaRPr lang="en-US"/>
        </a:p>
      </dgm:t>
    </dgm:pt>
    <dgm:pt modelId="{20D17F65-4191-4DC2-A40F-ED9CFA282E19}" type="sibTrans" cxnId="{9AC2BE66-223F-4FA6-961F-1BE07FBB48D2}">
      <dgm:prSet/>
      <dgm:spPr/>
      <dgm:t>
        <a:bodyPr/>
        <a:lstStyle/>
        <a:p>
          <a:endParaRPr lang="en-US"/>
        </a:p>
      </dgm:t>
    </dgm:pt>
    <dgm:pt modelId="{FEC46EEC-46CC-4B78-AAF0-3A952ABBA67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3. Embedded-type (E-type) - </a:t>
          </a:r>
          <a:r>
            <a:rPr lang="en-GB" dirty="0"/>
            <a:t>This software works closely as the requirement of real-world environment. This software has a high degree of evolution as there are various changes in laws, taxes etc. in the real-world situations. For example, Online trading software.</a:t>
          </a:r>
          <a:endParaRPr lang="en-US" dirty="0"/>
        </a:p>
      </dgm:t>
    </dgm:pt>
    <dgm:pt modelId="{E8814FBD-2923-4911-A2B1-87DE106EC853}" type="parTrans" cxnId="{B21BBF25-C107-462F-BAD8-2E552F78E133}">
      <dgm:prSet/>
      <dgm:spPr/>
      <dgm:t>
        <a:bodyPr/>
        <a:lstStyle/>
        <a:p>
          <a:endParaRPr lang="en-US"/>
        </a:p>
      </dgm:t>
    </dgm:pt>
    <dgm:pt modelId="{ADE65A01-7533-4D2F-96C4-D991DDD530DE}" type="sibTrans" cxnId="{B21BBF25-C107-462F-BAD8-2E552F78E133}">
      <dgm:prSet/>
      <dgm:spPr/>
      <dgm:t>
        <a:bodyPr/>
        <a:lstStyle/>
        <a:p>
          <a:endParaRPr lang="en-US"/>
        </a:p>
      </dgm:t>
    </dgm:pt>
    <dgm:pt modelId="{5994B777-1CDE-4460-845B-63B4947F7056}" type="pres">
      <dgm:prSet presAssocID="{40A6D694-4FB6-487F-A2C7-33ADB907B274}" presName="root" presStyleCnt="0">
        <dgm:presLayoutVars>
          <dgm:dir/>
          <dgm:resizeHandles val="exact"/>
        </dgm:presLayoutVars>
      </dgm:prSet>
      <dgm:spPr/>
    </dgm:pt>
    <dgm:pt modelId="{B50368E2-D807-4D64-804C-A5313F8725CC}" type="pres">
      <dgm:prSet presAssocID="{8D70D1FF-8D15-4530-961F-1994C76B0EB0}" presName="compNode" presStyleCnt="0"/>
      <dgm:spPr/>
    </dgm:pt>
    <dgm:pt modelId="{A619CE99-EF5C-4520-9AA2-B78428882C86}" type="pres">
      <dgm:prSet presAssocID="{8D70D1FF-8D15-4530-961F-1994C76B0EB0}" presName="bgRect" presStyleLbl="bgShp" presStyleIdx="0" presStyleCnt="4"/>
      <dgm:spPr/>
    </dgm:pt>
    <dgm:pt modelId="{69699E6B-4B2F-442B-ACF8-B033A2759031}" type="pres">
      <dgm:prSet presAssocID="{8D70D1FF-8D15-4530-961F-1994C76B0EB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1784FC5C-CA3E-4843-9DB6-9110D8356C90}" type="pres">
      <dgm:prSet presAssocID="{8D70D1FF-8D15-4530-961F-1994C76B0EB0}" presName="spaceRect" presStyleCnt="0"/>
      <dgm:spPr/>
    </dgm:pt>
    <dgm:pt modelId="{AF5F343E-6614-49C8-857F-7941B18BF882}" type="pres">
      <dgm:prSet presAssocID="{8D70D1FF-8D15-4530-961F-1994C76B0EB0}" presName="parTx" presStyleLbl="revTx" presStyleIdx="0" presStyleCnt="4">
        <dgm:presLayoutVars>
          <dgm:chMax val="0"/>
          <dgm:chPref val="0"/>
        </dgm:presLayoutVars>
      </dgm:prSet>
      <dgm:spPr/>
    </dgm:pt>
    <dgm:pt modelId="{58F17B3D-9960-4197-9F1E-888431938142}" type="pres">
      <dgm:prSet presAssocID="{F96408FA-0A6D-40B7-A4AE-5794663A4CA9}" presName="sibTrans" presStyleCnt="0"/>
      <dgm:spPr/>
    </dgm:pt>
    <dgm:pt modelId="{7B0ABF7C-ABE2-4F47-8CA0-F8AA4D9BF193}" type="pres">
      <dgm:prSet presAssocID="{A819B9AC-2D68-4EC3-A668-2E22D28974E0}" presName="compNode" presStyleCnt="0"/>
      <dgm:spPr/>
    </dgm:pt>
    <dgm:pt modelId="{D685BB8E-2181-4A1C-ACE3-970A32CCA0FA}" type="pres">
      <dgm:prSet presAssocID="{A819B9AC-2D68-4EC3-A668-2E22D28974E0}" presName="bgRect" presStyleLbl="bgShp" presStyleIdx="1" presStyleCnt="4"/>
      <dgm:spPr/>
    </dgm:pt>
    <dgm:pt modelId="{74EE9B4D-4AB6-4BD6-B5CE-41AB4E7ACBA9}" type="pres">
      <dgm:prSet presAssocID="{A819B9AC-2D68-4EC3-A668-2E22D28974E0}" presName="iconRect" presStyleLbl="node1" presStyleIdx="1" presStyleCnt="4"/>
      <dgm:spPr>
        <a:blipFill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BD5843E6-6327-4018-9473-A887AC104BF6}" type="pres">
      <dgm:prSet presAssocID="{A819B9AC-2D68-4EC3-A668-2E22D28974E0}" presName="spaceRect" presStyleCnt="0"/>
      <dgm:spPr/>
    </dgm:pt>
    <dgm:pt modelId="{AD3D938C-A0F6-4D5F-9DFB-12AD67E9B0E0}" type="pres">
      <dgm:prSet presAssocID="{A819B9AC-2D68-4EC3-A668-2E22D28974E0}" presName="parTx" presStyleLbl="revTx" presStyleIdx="1" presStyleCnt="4">
        <dgm:presLayoutVars>
          <dgm:chMax val="0"/>
          <dgm:chPref val="0"/>
        </dgm:presLayoutVars>
      </dgm:prSet>
      <dgm:spPr/>
    </dgm:pt>
    <dgm:pt modelId="{7B33208D-7ED5-4E9F-99D5-3D5DF4107C9E}" type="pres">
      <dgm:prSet presAssocID="{6AB663B7-7DBE-4236-8BDF-290B29317C6F}" presName="sibTrans" presStyleCnt="0"/>
      <dgm:spPr/>
    </dgm:pt>
    <dgm:pt modelId="{B119BAF3-57E0-4474-A5DC-EF881E57A7B7}" type="pres">
      <dgm:prSet presAssocID="{893BE412-89CC-4460-936E-C1A9522A1A2F}" presName="compNode" presStyleCnt="0"/>
      <dgm:spPr/>
    </dgm:pt>
    <dgm:pt modelId="{B6E238CE-8091-4DEE-8943-A98BCF6C4228}" type="pres">
      <dgm:prSet presAssocID="{893BE412-89CC-4460-936E-C1A9522A1A2F}" presName="bgRect" presStyleLbl="bgShp" presStyleIdx="2" presStyleCnt="4"/>
      <dgm:spPr/>
    </dgm:pt>
    <dgm:pt modelId="{865F43A7-7179-469C-AC5C-AEF08E253D4F}" type="pres">
      <dgm:prSet presAssocID="{893BE412-89CC-4460-936E-C1A9522A1A2F}" presName="iconRect" presStyleLbl="node1" presStyleIdx="2" presStyleCnt="4"/>
      <dgm:spPr>
        <a:blipFill>
          <a:blip xmlns:r="http://schemas.openxmlformats.org/officeDocument/2006/relationships" r:embed="rId4"/>
          <a:srcRect/>
          <a:stretch>
            <a:fillRect/>
          </a:stretch>
        </a:blipFill>
      </dgm:spPr>
    </dgm:pt>
    <dgm:pt modelId="{DFD80815-9DD5-46A9-A333-87D02436415A}" type="pres">
      <dgm:prSet presAssocID="{893BE412-89CC-4460-936E-C1A9522A1A2F}" presName="spaceRect" presStyleCnt="0"/>
      <dgm:spPr/>
    </dgm:pt>
    <dgm:pt modelId="{77EF3AD6-5959-4631-ABE0-4CB1D3173C24}" type="pres">
      <dgm:prSet presAssocID="{893BE412-89CC-4460-936E-C1A9522A1A2F}" presName="parTx" presStyleLbl="revTx" presStyleIdx="2" presStyleCnt="4">
        <dgm:presLayoutVars>
          <dgm:chMax val="0"/>
          <dgm:chPref val="0"/>
        </dgm:presLayoutVars>
      </dgm:prSet>
      <dgm:spPr/>
    </dgm:pt>
    <dgm:pt modelId="{5DED6050-8F3B-4BEE-945B-1F54D7E03D48}" type="pres">
      <dgm:prSet presAssocID="{20D17F65-4191-4DC2-A40F-ED9CFA282E19}" presName="sibTrans" presStyleCnt="0"/>
      <dgm:spPr/>
    </dgm:pt>
    <dgm:pt modelId="{3DFC7913-56D3-4A3A-805F-2D5A5FA7B676}" type="pres">
      <dgm:prSet presAssocID="{FEC46EEC-46CC-4B78-AAF0-3A952ABBA675}" presName="compNode" presStyleCnt="0"/>
      <dgm:spPr/>
    </dgm:pt>
    <dgm:pt modelId="{B261E93F-A9DF-4155-8238-6F80735CD1A4}" type="pres">
      <dgm:prSet presAssocID="{FEC46EEC-46CC-4B78-AAF0-3A952ABBA675}" presName="bgRect" presStyleLbl="bgShp" presStyleIdx="3" presStyleCnt="4"/>
      <dgm:spPr/>
    </dgm:pt>
    <dgm:pt modelId="{48B1259E-DB9E-46B9-B333-EE354F20EA84}" type="pres">
      <dgm:prSet presAssocID="{FEC46EEC-46CC-4B78-AAF0-3A952ABBA675}" presName="iconRect" presStyleLbl="node1" presStyleIdx="3" presStyleCnt="4"/>
      <dgm:spPr>
        <a:blipFill>
          <a:blip xmlns:r="http://schemas.openxmlformats.org/officeDocument/2006/relationships" r:embed="rId5"/>
          <a:srcRect/>
          <a:stretch>
            <a:fillRect l="-2000" r="-2000"/>
          </a:stretch>
        </a:blipFill>
      </dgm:spPr>
    </dgm:pt>
    <dgm:pt modelId="{BF55B235-53A7-4507-9911-5FFE32C0B8DB}" type="pres">
      <dgm:prSet presAssocID="{FEC46EEC-46CC-4B78-AAF0-3A952ABBA675}" presName="spaceRect" presStyleCnt="0"/>
      <dgm:spPr/>
    </dgm:pt>
    <dgm:pt modelId="{40564DFA-6DB9-47E7-8616-6FB2888B0190}" type="pres">
      <dgm:prSet presAssocID="{FEC46EEC-46CC-4B78-AAF0-3A952ABBA67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CD9DA08-332F-49CA-9950-71E27B190873}" type="presOf" srcId="{40A6D694-4FB6-487F-A2C7-33ADB907B274}" destId="{5994B777-1CDE-4460-845B-63B4947F7056}" srcOrd="0" destOrd="0" presId="urn:microsoft.com/office/officeart/2018/2/layout/IconVerticalSolidList"/>
    <dgm:cxn modelId="{B9217121-8821-45AB-8911-3AD8E868649A}" type="presOf" srcId="{A819B9AC-2D68-4EC3-A668-2E22D28974E0}" destId="{AD3D938C-A0F6-4D5F-9DFB-12AD67E9B0E0}" srcOrd="0" destOrd="0" presId="urn:microsoft.com/office/officeart/2018/2/layout/IconVerticalSolidList"/>
    <dgm:cxn modelId="{B21BBF25-C107-462F-BAD8-2E552F78E133}" srcId="{40A6D694-4FB6-487F-A2C7-33ADB907B274}" destId="{FEC46EEC-46CC-4B78-AAF0-3A952ABBA675}" srcOrd="3" destOrd="0" parTransId="{E8814FBD-2923-4911-A2B1-87DE106EC853}" sibTransId="{ADE65A01-7533-4D2F-96C4-D991DDD530DE}"/>
    <dgm:cxn modelId="{EF78BE44-1A3C-4AC1-AFEF-6E17051AF0D6}" type="presOf" srcId="{8D70D1FF-8D15-4530-961F-1994C76B0EB0}" destId="{AF5F343E-6614-49C8-857F-7941B18BF882}" srcOrd="0" destOrd="0" presId="urn:microsoft.com/office/officeart/2018/2/layout/IconVerticalSolidList"/>
    <dgm:cxn modelId="{9AC2BE66-223F-4FA6-961F-1BE07FBB48D2}" srcId="{40A6D694-4FB6-487F-A2C7-33ADB907B274}" destId="{893BE412-89CC-4460-936E-C1A9522A1A2F}" srcOrd="2" destOrd="0" parTransId="{EC7EE6BE-B05C-4E99-9500-D4F221E4BC03}" sibTransId="{20D17F65-4191-4DC2-A40F-ED9CFA282E19}"/>
    <dgm:cxn modelId="{3274F8AA-0087-4652-B73F-B05E9F2F9A13}" type="presOf" srcId="{893BE412-89CC-4460-936E-C1A9522A1A2F}" destId="{77EF3AD6-5959-4631-ABE0-4CB1D3173C24}" srcOrd="0" destOrd="0" presId="urn:microsoft.com/office/officeart/2018/2/layout/IconVerticalSolidList"/>
    <dgm:cxn modelId="{777CF5B8-B869-4DE3-BB06-FEE1888606A7}" type="presOf" srcId="{FEC46EEC-46CC-4B78-AAF0-3A952ABBA675}" destId="{40564DFA-6DB9-47E7-8616-6FB2888B0190}" srcOrd="0" destOrd="0" presId="urn:microsoft.com/office/officeart/2018/2/layout/IconVerticalSolidList"/>
    <dgm:cxn modelId="{05C6F5E6-BA83-493A-AE36-4620A605E909}" srcId="{40A6D694-4FB6-487F-A2C7-33ADB907B274}" destId="{A819B9AC-2D68-4EC3-A668-2E22D28974E0}" srcOrd="1" destOrd="0" parTransId="{F5F617A1-CFDA-4E4A-95AA-0CCDC6CFEC13}" sibTransId="{6AB663B7-7DBE-4236-8BDF-290B29317C6F}"/>
    <dgm:cxn modelId="{0C1018EA-A8EB-4E8F-AC04-0ADF8A14BD91}" srcId="{40A6D694-4FB6-487F-A2C7-33ADB907B274}" destId="{8D70D1FF-8D15-4530-961F-1994C76B0EB0}" srcOrd="0" destOrd="0" parTransId="{76EDED70-F5F7-4BE0-ADA6-EA02A15C65BB}" sibTransId="{F96408FA-0A6D-40B7-A4AE-5794663A4CA9}"/>
    <dgm:cxn modelId="{7BAEEEC7-8ACA-4533-B4ED-33EA05C7DADE}" type="presParOf" srcId="{5994B777-1CDE-4460-845B-63B4947F7056}" destId="{B50368E2-D807-4D64-804C-A5313F8725CC}" srcOrd="0" destOrd="0" presId="urn:microsoft.com/office/officeart/2018/2/layout/IconVerticalSolidList"/>
    <dgm:cxn modelId="{F53993A9-1043-4E58-ABF7-6CA98EC8C9C1}" type="presParOf" srcId="{B50368E2-D807-4D64-804C-A5313F8725CC}" destId="{A619CE99-EF5C-4520-9AA2-B78428882C86}" srcOrd="0" destOrd="0" presId="urn:microsoft.com/office/officeart/2018/2/layout/IconVerticalSolidList"/>
    <dgm:cxn modelId="{F01022C8-1E37-4A48-A0D5-2CE31EBD10C3}" type="presParOf" srcId="{B50368E2-D807-4D64-804C-A5313F8725CC}" destId="{69699E6B-4B2F-442B-ACF8-B033A2759031}" srcOrd="1" destOrd="0" presId="urn:microsoft.com/office/officeart/2018/2/layout/IconVerticalSolidList"/>
    <dgm:cxn modelId="{C49BEA9E-E0C9-4258-B2B7-4B610A3FC705}" type="presParOf" srcId="{B50368E2-D807-4D64-804C-A5313F8725CC}" destId="{1784FC5C-CA3E-4843-9DB6-9110D8356C90}" srcOrd="2" destOrd="0" presId="urn:microsoft.com/office/officeart/2018/2/layout/IconVerticalSolidList"/>
    <dgm:cxn modelId="{30CD9C88-F151-4DE0-9867-63C138C61613}" type="presParOf" srcId="{B50368E2-D807-4D64-804C-A5313F8725CC}" destId="{AF5F343E-6614-49C8-857F-7941B18BF882}" srcOrd="3" destOrd="0" presId="urn:microsoft.com/office/officeart/2018/2/layout/IconVerticalSolidList"/>
    <dgm:cxn modelId="{541DAB67-8102-4346-A2D3-3C2DE6348F25}" type="presParOf" srcId="{5994B777-1CDE-4460-845B-63B4947F7056}" destId="{58F17B3D-9960-4197-9F1E-888431938142}" srcOrd="1" destOrd="0" presId="urn:microsoft.com/office/officeart/2018/2/layout/IconVerticalSolidList"/>
    <dgm:cxn modelId="{19472D97-EF74-46A2-94AE-F96069D5E40E}" type="presParOf" srcId="{5994B777-1CDE-4460-845B-63B4947F7056}" destId="{7B0ABF7C-ABE2-4F47-8CA0-F8AA4D9BF193}" srcOrd="2" destOrd="0" presId="urn:microsoft.com/office/officeart/2018/2/layout/IconVerticalSolidList"/>
    <dgm:cxn modelId="{98FB2DA0-E27C-43F7-BD43-F8FCC9A59D09}" type="presParOf" srcId="{7B0ABF7C-ABE2-4F47-8CA0-F8AA4D9BF193}" destId="{D685BB8E-2181-4A1C-ACE3-970A32CCA0FA}" srcOrd="0" destOrd="0" presId="urn:microsoft.com/office/officeart/2018/2/layout/IconVerticalSolidList"/>
    <dgm:cxn modelId="{FDC0CB57-770C-4B90-A562-223C6715D38C}" type="presParOf" srcId="{7B0ABF7C-ABE2-4F47-8CA0-F8AA4D9BF193}" destId="{74EE9B4D-4AB6-4BD6-B5CE-41AB4E7ACBA9}" srcOrd="1" destOrd="0" presId="urn:microsoft.com/office/officeart/2018/2/layout/IconVerticalSolidList"/>
    <dgm:cxn modelId="{AA9530B9-77C1-4956-B1A5-AC43EAED3245}" type="presParOf" srcId="{7B0ABF7C-ABE2-4F47-8CA0-F8AA4D9BF193}" destId="{BD5843E6-6327-4018-9473-A887AC104BF6}" srcOrd="2" destOrd="0" presId="urn:microsoft.com/office/officeart/2018/2/layout/IconVerticalSolidList"/>
    <dgm:cxn modelId="{69AF5B3D-8B52-47E8-879E-EC3EE829957D}" type="presParOf" srcId="{7B0ABF7C-ABE2-4F47-8CA0-F8AA4D9BF193}" destId="{AD3D938C-A0F6-4D5F-9DFB-12AD67E9B0E0}" srcOrd="3" destOrd="0" presId="urn:microsoft.com/office/officeart/2018/2/layout/IconVerticalSolidList"/>
    <dgm:cxn modelId="{C61B1920-2150-450D-AEFC-6BF3854EED6A}" type="presParOf" srcId="{5994B777-1CDE-4460-845B-63B4947F7056}" destId="{7B33208D-7ED5-4E9F-99D5-3D5DF4107C9E}" srcOrd="3" destOrd="0" presId="urn:microsoft.com/office/officeart/2018/2/layout/IconVerticalSolidList"/>
    <dgm:cxn modelId="{8DA2DAB5-15EF-4333-AC5A-29A082C9E9D1}" type="presParOf" srcId="{5994B777-1CDE-4460-845B-63B4947F7056}" destId="{B119BAF3-57E0-4474-A5DC-EF881E57A7B7}" srcOrd="4" destOrd="0" presId="urn:microsoft.com/office/officeart/2018/2/layout/IconVerticalSolidList"/>
    <dgm:cxn modelId="{F1027B41-B611-4612-96DE-C8894DEF5052}" type="presParOf" srcId="{B119BAF3-57E0-4474-A5DC-EF881E57A7B7}" destId="{B6E238CE-8091-4DEE-8943-A98BCF6C4228}" srcOrd="0" destOrd="0" presId="urn:microsoft.com/office/officeart/2018/2/layout/IconVerticalSolidList"/>
    <dgm:cxn modelId="{852A46CB-3232-42F8-9B16-8EC0BBFF8C71}" type="presParOf" srcId="{B119BAF3-57E0-4474-A5DC-EF881E57A7B7}" destId="{865F43A7-7179-469C-AC5C-AEF08E253D4F}" srcOrd="1" destOrd="0" presId="urn:microsoft.com/office/officeart/2018/2/layout/IconVerticalSolidList"/>
    <dgm:cxn modelId="{26CFB893-D2CF-401B-9629-E325E333C17D}" type="presParOf" srcId="{B119BAF3-57E0-4474-A5DC-EF881E57A7B7}" destId="{DFD80815-9DD5-46A9-A333-87D02436415A}" srcOrd="2" destOrd="0" presId="urn:microsoft.com/office/officeart/2018/2/layout/IconVerticalSolidList"/>
    <dgm:cxn modelId="{41C4506D-1CE5-41AE-8E3D-127D68E27F37}" type="presParOf" srcId="{B119BAF3-57E0-4474-A5DC-EF881E57A7B7}" destId="{77EF3AD6-5959-4631-ABE0-4CB1D3173C24}" srcOrd="3" destOrd="0" presId="urn:microsoft.com/office/officeart/2018/2/layout/IconVerticalSolidList"/>
    <dgm:cxn modelId="{CED43A32-12A6-4C3E-A9FB-8BD1A234AA61}" type="presParOf" srcId="{5994B777-1CDE-4460-845B-63B4947F7056}" destId="{5DED6050-8F3B-4BEE-945B-1F54D7E03D48}" srcOrd="5" destOrd="0" presId="urn:microsoft.com/office/officeart/2018/2/layout/IconVerticalSolidList"/>
    <dgm:cxn modelId="{C5C55574-91D8-485C-B9D8-8AB5AC190FE2}" type="presParOf" srcId="{5994B777-1CDE-4460-845B-63B4947F7056}" destId="{3DFC7913-56D3-4A3A-805F-2D5A5FA7B676}" srcOrd="6" destOrd="0" presId="urn:microsoft.com/office/officeart/2018/2/layout/IconVerticalSolidList"/>
    <dgm:cxn modelId="{A4E84030-5744-4DDA-861A-767D796462C4}" type="presParOf" srcId="{3DFC7913-56D3-4A3A-805F-2D5A5FA7B676}" destId="{B261E93F-A9DF-4155-8238-6F80735CD1A4}" srcOrd="0" destOrd="0" presId="urn:microsoft.com/office/officeart/2018/2/layout/IconVerticalSolidList"/>
    <dgm:cxn modelId="{790E9A23-23BF-4EC1-9BA1-82422821B226}" type="presParOf" srcId="{3DFC7913-56D3-4A3A-805F-2D5A5FA7B676}" destId="{48B1259E-DB9E-46B9-B333-EE354F20EA84}" srcOrd="1" destOrd="0" presId="urn:microsoft.com/office/officeart/2018/2/layout/IconVerticalSolidList"/>
    <dgm:cxn modelId="{AAE3957F-0E91-4C4E-9109-B4E1C8500DB7}" type="presParOf" srcId="{3DFC7913-56D3-4A3A-805F-2D5A5FA7B676}" destId="{BF55B235-53A7-4507-9911-5FFE32C0B8DB}" srcOrd="2" destOrd="0" presId="urn:microsoft.com/office/officeart/2018/2/layout/IconVerticalSolidList"/>
    <dgm:cxn modelId="{BC67AE94-298B-49A1-811C-4F6526A25359}" type="presParOf" srcId="{3DFC7913-56D3-4A3A-805F-2D5A5FA7B676}" destId="{40564DFA-6DB9-47E7-8616-6FB2888B019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6D5224-0349-4B14-8BCD-5ADFFEE3500E}">
      <dsp:nvSpPr>
        <dsp:cNvPr id="0" name=""/>
        <dsp:cNvSpPr/>
      </dsp:nvSpPr>
      <dsp:spPr>
        <a:xfrm>
          <a:off x="973190" y="215571"/>
          <a:ext cx="1264141" cy="12641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193642-C89A-4D55-BF1D-CDB5D8E4454F}">
      <dsp:nvSpPr>
        <dsp:cNvPr id="0" name=""/>
        <dsp:cNvSpPr/>
      </dsp:nvSpPr>
      <dsp:spPr>
        <a:xfrm>
          <a:off x="1242597" y="484978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7B68D8-C80E-4EDC-B8DD-0E280FA633B0}">
      <dsp:nvSpPr>
        <dsp:cNvPr id="0" name=""/>
        <dsp:cNvSpPr/>
      </dsp:nvSpPr>
      <dsp:spPr>
        <a:xfrm>
          <a:off x="569079" y="1873461"/>
          <a:ext cx="2072362" cy="2262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800" b="1" kern="1200" dirty="0"/>
            <a:t>Software</a:t>
          </a:r>
          <a:r>
            <a:rPr lang="en-GB" sz="1800" kern="1200" dirty="0"/>
            <a:t> is  considered to be collection of executable programming code, associated libraries and documentations.</a:t>
          </a:r>
          <a:endParaRPr lang="en-US" sz="1800" kern="1200" dirty="0"/>
        </a:p>
      </dsp:txBody>
      <dsp:txXfrm>
        <a:off x="569079" y="1873461"/>
        <a:ext cx="2072362" cy="2262304"/>
      </dsp:txXfrm>
    </dsp:sp>
    <dsp:sp modelId="{C52E8823-547B-4D33-BFFA-3C2282FB4ED7}">
      <dsp:nvSpPr>
        <dsp:cNvPr id="0" name=""/>
        <dsp:cNvSpPr/>
      </dsp:nvSpPr>
      <dsp:spPr>
        <a:xfrm>
          <a:off x="3408216" y="215571"/>
          <a:ext cx="1264141" cy="12641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CC48F6-7168-40EF-A74E-F474CC32B3B4}">
      <dsp:nvSpPr>
        <dsp:cNvPr id="0" name=""/>
        <dsp:cNvSpPr/>
      </dsp:nvSpPr>
      <dsp:spPr>
        <a:xfrm>
          <a:off x="3677623" y="484978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1ECD49-C8CA-43AB-93DB-6D86EFDF94F0}">
      <dsp:nvSpPr>
        <dsp:cNvPr id="0" name=""/>
        <dsp:cNvSpPr/>
      </dsp:nvSpPr>
      <dsp:spPr>
        <a:xfrm>
          <a:off x="3004105" y="1873461"/>
          <a:ext cx="2072362" cy="2262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800" kern="1200" dirty="0"/>
            <a:t>Software, when made for a specific requirement is called </a:t>
          </a:r>
          <a:r>
            <a:rPr lang="en-GB" sz="1800" b="1" kern="1200" dirty="0"/>
            <a:t>software product</a:t>
          </a:r>
          <a:r>
            <a:rPr lang="en-GB" sz="1800" kern="1200" dirty="0"/>
            <a:t>. </a:t>
          </a:r>
          <a:endParaRPr lang="en-US" sz="1800" kern="1200" dirty="0"/>
        </a:p>
      </dsp:txBody>
      <dsp:txXfrm>
        <a:off x="3004105" y="1873461"/>
        <a:ext cx="2072362" cy="2262304"/>
      </dsp:txXfrm>
    </dsp:sp>
    <dsp:sp modelId="{94098E5C-A900-4EFA-847A-B4B55272FBAC}">
      <dsp:nvSpPr>
        <dsp:cNvPr id="0" name=""/>
        <dsp:cNvSpPr/>
      </dsp:nvSpPr>
      <dsp:spPr>
        <a:xfrm>
          <a:off x="5843242" y="215571"/>
          <a:ext cx="1264141" cy="12641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86425C-E6E3-496F-B03C-85FB42EA5236}">
      <dsp:nvSpPr>
        <dsp:cNvPr id="0" name=""/>
        <dsp:cNvSpPr/>
      </dsp:nvSpPr>
      <dsp:spPr>
        <a:xfrm>
          <a:off x="6112649" y="484978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D7F49B-26A8-4A3F-8838-834C4D6576D8}">
      <dsp:nvSpPr>
        <dsp:cNvPr id="0" name=""/>
        <dsp:cNvSpPr/>
      </dsp:nvSpPr>
      <dsp:spPr>
        <a:xfrm>
          <a:off x="5439131" y="1873461"/>
          <a:ext cx="2072362" cy="2262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800" b="1" kern="1200" dirty="0"/>
            <a:t>Engineering</a:t>
          </a:r>
          <a:r>
            <a:rPr lang="en-GB" sz="1800" kern="1200" dirty="0"/>
            <a:t> on the other hand, is all about developing products, using well defined, scientific principles and methods.</a:t>
          </a:r>
          <a:endParaRPr lang="en-US" sz="1800" kern="1200" dirty="0"/>
        </a:p>
      </dsp:txBody>
      <dsp:txXfrm>
        <a:off x="5439131" y="1873461"/>
        <a:ext cx="2072362" cy="2262304"/>
      </dsp:txXfrm>
    </dsp:sp>
    <dsp:sp modelId="{5E2ACE22-CAEE-4200-AC99-D28A391941B4}">
      <dsp:nvSpPr>
        <dsp:cNvPr id="0" name=""/>
        <dsp:cNvSpPr/>
      </dsp:nvSpPr>
      <dsp:spPr>
        <a:xfrm>
          <a:off x="8278268" y="215571"/>
          <a:ext cx="1264141" cy="12641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33AC62-38A4-43C8-8F9A-025A36A43489}">
      <dsp:nvSpPr>
        <dsp:cNvPr id="0" name=""/>
        <dsp:cNvSpPr/>
      </dsp:nvSpPr>
      <dsp:spPr>
        <a:xfrm>
          <a:off x="8547675" y="484978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B8A5C9-DFD5-4D37-B0BD-E0205EF2B5D6}">
      <dsp:nvSpPr>
        <dsp:cNvPr id="0" name=""/>
        <dsp:cNvSpPr/>
      </dsp:nvSpPr>
      <dsp:spPr>
        <a:xfrm>
          <a:off x="7874157" y="1873461"/>
          <a:ext cx="2072362" cy="2262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b="1" kern="1200" dirty="0"/>
            <a:t>Software engineering </a:t>
          </a:r>
          <a:r>
            <a:rPr lang="en-GB" sz="1500" kern="1200" dirty="0"/>
            <a:t>is an engineering branch associated with development of software product using well-defined scientific principles, methods and procedures. </a:t>
          </a:r>
          <a:endParaRPr lang="en-US" sz="1500" kern="1200" dirty="0"/>
        </a:p>
      </dsp:txBody>
      <dsp:txXfrm>
        <a:off x="7874157" y="1873461"/>
        <a:ext cx="2072362" cy="22623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4E5448-126C-44BC-AD08-3DD16556DC5D}">
      <dsp:nvSpPr>
        <dsp:cNvPr id="0" name=""/>
        <dsp:cNvSpPr/>
      </dsp:nvSpPr>
      <dsp:spPr>
        <a:xfrm>
          <a:off x="0" y="578"/>
          <a:ext cx="107596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2E3AC0-52F9-4AE5-82DD-02F43F49A2F5}">
      <dsp:nvSpPr>
        <dsp:cNvPr id="0" name=""/>
        <dsp:cNvSpPr/>
      </dsp:nvSpPr>
      <dsp:spPr>
        <a:xfrm>
          <a:off x="0" y="578"/>
          <a:ext cx="10759634" cy="948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The users suggest changes, on which several consecutive updates and maintenance keep on changing too. </a:t>
          </a:r>
          <a:endParaRPr lang="en-US" sz="2300" kern="1200" dirty="0"/>
        </a:p>
      </dsp:txBody>
      <dsp:txXfrm>
        <a:off x="0" y="578"/>
        <a:ext cx="10759634" cy="948108"/>
      </dsp:txXfrm>
    </dsp:sp>
    <dsp:sp modelId="{BAA145BA-B080-4783-BCA1-62FD4DC73254}">
      <dsp:nvSpPr>
        <dsp:cNvPr id="0" name=""/>
        <dsp:cNvSpPr/>
      </dsp:nvSpPr>
      <dsp:spPr>
        <a:xfrm>
          <a:off x="0" y="948687"/>
          <a:ext cx="107596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F73FE8-805F-4086-A03D-46DE7762B8AD}">
      <dsp:nvSpPr>
        <dsp:cNvPr id="0" name=""/>
        <dsp:cNvSpPr/>
      </dsp:nvSpPr>
      <dsp:spPr>
        <a:xfrm>
          <a:off x="0" y="948687"/>
          <a:ext cx="10759634" cy="948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This process changes to the original software, till the desired software is accomplished.</a:t>
          </a:r>
          <a:endParaRPr lang="en-US" sz="2300" kern="1200"/>
        </a:p>
      </dsp:txBody>
      <dsp:txXfrm>
        <a:off x="0" y="948687"/>
        <a:ext cx="10759634" cy="948108"/>
      </dsp:txXfrm>
    </dsp:sp>
    <dsp:sp modelId="{93F2E81A-8865-4DFF-A9DA-7B079F7777B4}">
      <dsp:nvSpPr>
        <dsp:cNvPr id="0" name=""/>
        <dsp:cNvSpPr/>
      </dsp:nvSpPr>
      <dsp:spPr>
        <a:xfrm>
          <a:off x="0" y="1896796"/>
          <a:ext cx="107596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DE9B69-290E-4F05-8D9E-915304610EB1}">
      <dsp:nvSpPr>
        <dsp:cNvPr id="0" name=""/>
        <dsp:cNvSpPr/>
      </dsp:nvSpPr>
      <dsp:spPr>
        <a:xfrm>
          <a:off x="0" y="1896796"/>
          <a:ext cx="10759634" cy="948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Even after the user has the desired software in hand, the advancing technology and the changing requirements force the software product to change accordingly.</a:t>
          </a:r>
          <a:endParaRPr lang="en-US" sz="2300" kern="1200"/>
        </a:p>
      </dsp:txBody>
      <dsp:txXfrm>
        <a:off x="0" y="1896796"/>
        <a:ext cx="10759634" cy="948108"/>
      </dsp:txXfrm>
    </dsp:sp>
    <dsp:sp modelId="{4442D0AB-38C1-4F3C-B0EC-2A210DFE4425}">
      <dsp:nvSpPr>
        <dsp:cNvPr id="0" name=""/>
        <dsp:cNvSpPr/>
      </dsp:nvSpPr>
      <dsp:spPr>
        <a:xfrm>
          <a:off x="0" y="2844905"/>
          <a:ext cx="107596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1CCA64-168A-4CF0-A944-7C00C1EEF50F}">
      <dsp:nvSpPr>
        <dsp:cNvPr id="0" name=""/>
        <dsp:cNvSpPr/>
      </dsp:nvSpPr>
      <dsp:spPr>
        <a:xfrm>
          <a:off x="0" y="2844905"/>
          <a:ext cx="10759634" cy="948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Re-creating software from scratch and to go one-on-one with the requirement is not feasible.</a:t>
          </a:r>
          <a:endParaRPr lang="en-US" sz="2300" kern="1200"/>
        </a:p>
      </dsp:txBody>
      <dsp:txXfrm>
        <a:off x="0" y="2844905"/>
        <a:ext cx="10759634" cy="948108"/>
      </dsp:txXfrm>
    </dsp:sp>
    <dsp:sp modelId="{FA5FF37B-3EA0-40B8-83F7-0C5BC1C281BD}">
      <dsp:nvSpPr>
        <dsp:cNvPr id="0" name=""/>
        <dsp:cNvSpPr/>
      </dsp:nvSpPr>
      <dsp:spPr>
        <a:xfrm>
          <a:off x="0" y="3793014"/>
          <a:ext cx="107596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B4CCBD-4459-4A33-9799-6EFA707B325A}">
      <dsp:nvSpPr>
        <dsp:cNvPr id="0" name=""/>
        <dsp:cNvSpPr/>
      </dsp:nvSpPr>
      <dsp:spPr>
        <a:xfrm>
          <a:off x="0" y="3793014"/>
          <a:ext cx="10759634" cy="948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The only feasible and economical solution is to update the existing software so that it matches the latest requirements. </a:t>
          </a:r>
          <a:endParaRPr lang="en-US" sz="2300" kern="1200"/>
        </a:p>
      </dsp:txBody>
      <dsp:txXfrm>
        <a:off x="0" y="3793014"/>
        <a:ext cx="10759634" cy="9481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19CE99-EF5C-4520-9AA2-B78428882C86}">
      <dsp:nvSpPr>
        <dsp:cNvPr id="0" name=""/>
        <dsp:cNvSpPr/>
      </dsp:nvSpPr>
      <dsp:spPr>
        <a:xfrm>
          <a:off x="0" y="2313"/>
          <a:ext cx="11366339" cy="11727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699E6B-4B2F-442B-ACF8-B033A2759031}">
      <dsp:nvSpPr>
        <dsp:cNvPr id="0" name=""/>
        <dsp:cNvSpPr/>
      </dsp:nvSpPr>
      <dsp:spPr>
        <a:xfrm>
          <a:off x="354749" y="266177"/>
          <a:ext cx="644999" cy="6449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5F343E-6614-49C8-857F-7941B18BF882}">
      <dsp:nvSpPr>
        <dsp:cNvPr id="0" name=""/>
        <dsp:cNvSpPr/>
      </dsp:nvSpPr>
      <dsp:spPr>
        <a:xfrm>
          <a:off x="1354499" y="2313"/>
          <a:ext cx="10011839" cy="1172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114" tIns="124114" rIns="124114" bIns="1241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Lehman has given laws for software evolution.  </a:t>
          </a:r>
          <a:r>
            <a:rPr lang="en-GB" sz="1900" kern="1200"/>
            <a:t>He divided the software into three different categories:</a:t>
          </a:r>
          <a:endParaRPr lang="en-US" sz="1900" kern="1200"/>
        </a:p>
      </dsp:txBody>
      <dsp:txXfrm>
        <a:off x="1354499" y="2313"/>
        <a:ext cx="10011839" cy="1172726"/>
      </dsp:txXfrm>
    </dsp:sp>
    <dsp:sp modelId="{D685BB8E-2181-4A1C-ACE3-970A32CCA0FA}">
      <dsp:nvSpPr>
        <dsp:cNvPr id="0" name=""/>
        <dsp:cNvSpPr/>
      </dsp:nvSpPr>
      <dsp:spPr>
        <a:xfrm>
          <a:off x="0" y="1468222"/>
          <a:ext cx="11366339" cy="11727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EE9B4D-4AB6-4BD6-B5CE-41AB4E7ACBA9}">
      <dsp:nvSpPr>
        <dsp:cNvPr id="0" name=""/>
        <dsp:cNvSpPr/>
      </dsp:nvSpPr>
      <dsp:spPr>
        <a:xfrm>
          <a:off x="354749" y="1732085"/>
          <a:ext cx="644999" cy="644999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3D938C-A0F6-4D5F-9DFB-12AD67E9B0E0}">
      <dsp:nvSpPr>
        <dsp:cNvPr id="0" name=""/>
        <dsp:cNvSpPr/>
      </dsp:nvSpPr>
      <dsp:spPr>
        <a:xfrm>
          <a:off x="1354499" y="1468222"/>
          <a:ext cx="10011839" cy="1172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114" tIns="124114" rIns="124114" bIns="1241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1. Static-type (S-type) </a:t>
          </a:r>
          <a:r>
            <a:rPr lang="en-GB" sz="1900" kern="1200"/>
            <a:t>- This is a software, which works strictly according to defined specifications and solutions. The s-type software is least subjected to changes hence this is the simplest of all. For example, calculator program for mathematical computation. </a:t>
          </a:r>
          <a:endParaRPr lang="en-US" sz="1900" kern="1200"/>
        </a:p>
      </dsp:txBody>
      <dsp:txXfrm>
        <a:off x="1354499" y="1468222"/>
        <a:ext cx="10011839" cy="1172726"/>
      </dsp:txXfrm>
    </dsp:sp>
    <dsp:sp modelId="{B6E238CE-8091-4DEE-8943-A98BCF6C4228}">
      <dsp:nvSpPr>
        <dsp:cNvPr id="0" name=""/>
        <dsp:cNvSpPr/>
      </dsp:nvSpPr>
      <dsp:spPr>
        <a:xfrm>
          <a:off x="0" y="2934130"/>
          <a:ext cx="11366339" cy="11727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5F43A7-7179-469C-AC5C-AEF08E253D4F}">
      <dsp:nvSpPr>
        <dsp:cNvPr id="0" name=""/>
        <dsp:cNvSpPr/>
      </dsp:nvSpPr>
      <dsp:spPr>
        <a:xfrm>
          <a:off x="354749" y="3197993"/>
          <a:ext cx="644999" cy="644999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EF3AD6-5959-4631-ABE0-4CB1D3173C24}">
      <dsp:nvSpPr>
        <dsp:cNvPr id="0" name=""/>
        <dsp:cNvSpPr/>
      </dsp:nvSpPr>
      <dsp:spPr>
        <a:xfrm>
          <a:off x="1354499" y="2934130"/>
          <a:ext cx="10011839" cy="1172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114" tIns="124114" rIns="124114" bIns="1241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2. Practical-type (P-type) - </a:t>
          </a:r>
          <a:r>
            <a:rPr lang="en-GB" sz="1900" kern="1200"/>
            <a:t>This is a software with a collection of procedures. In this software, the specifications can be described but the solution is not obviously instant. For example, gaming software. </a:t>
          </a:r>
          <a:endParaRPr lang="en-US" sz="1900" kern="1200"/>
        </a:p>
      </dsp:txBody>
      <dsp:txXfrm>
        <a:off x="1354499" y="2934130"/>
        <a:ext cx="10011839" cy="1172726"/>
      </dsp:txXfrm>
    </dsp:sp>
    <dsp:sp modelId="{B261E93F-A9DF-4155-8238-6F80735CD1A4}">
      <dsp:nvSpPr>
        <dsp:cNvPr id="0" name=""/>
        <dsp:cNvSpPr/>
      </dsp:nvSpPr>
      <dsp:spPr>
        <a:xfrm>
          <a:off x="0" y="4400038"/>
          <a:ext cx="11366339" cy="11727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B1259E-DB9E-46B9-B333-EE354F20EA84}">
      <dsp:nvSpPr>
        <dsp:cNvPr id="0" name=""/>
        <dsp:cNvSpPr/>
      </dsp:nvSpPr>
      <dsp:spPr>
        <a:xfrm>
          <a:off x="354749" y="4663902"/>
          <a:ext cx="644999" cy="644999"/>
        </a:xfrm>
        <a:prstGeom prst="rect">
          <a:avLst/>
        </a:prstGeom>
        <a:blipFill>
          <a:blip xmlns:r="http://schemas.openxmlformats.org/officeDocument/2006/relationships" r:embed="rId5"/>
          <a:srcRect/>
          <a:stretch>
            <a:fillRect l="-2000" r="-2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64DFA-6DB9-47E7-8616-6FB2888B0190}">
      <dsp:nvSpPr>
        <dsp:cNvPr id="0" name=""/>
        <dsp:cNvSpPr/>
      </dsp:nvSpPr>
      <dsp:spPr>
        <a:xfrm>
          <a:off x="1354499" y="4400038"/>
          <a:ext cx="10011839" cy="1172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114" tIns="124114" rIns="124114" bIns="1241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 dirty="0"/>
            <a:t>3. Embedded-type (E-type) - </a:t>
          </a:r>
          <a:r>
            <a:rPr lang="en-GB" sz="1900" kern="1200" dirty="0"/>
            <a:t>This software works closely as the requirement of real-world environment. This software has a high degree of evolution as there are various changes in laws, taxes etc. in the real-world situations. For example, Online trading software.</a:t>
          </a:r>
          <a:endParaRPr lang="en-US" sz="1900" kern="1200" dirty="0"/>
        </a:p>
      </dsp:txBody>
      <dsp:txXfrm>
        <a:off x="1354499" y="4400038"/>
        <a:ext cx="10011839" cy="11727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16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151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333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93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5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02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707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950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599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37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096C-64ED-4153-A483-5C02E44AD5C3}" type="datetime1">
              <a:rPr lang="en-US" smtClean="0"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07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75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2B7D5B-4CA5-ED8F-18F2-E1F30FBC7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6696" y="266218"/>
            <a:ext cx="4038456" cy="2604304"/>
          </a:xfrm>
        </p:spPr>
        <p:txBody>
          <a:bodyPr anchor="ctr">
            <a:normAutofit/>
          </a:bodyPr>
          <a:lstStyle/>
          <a:p>
            <a:pPr algn="l"/>
            <a:r>
              <a:rPr lang="en-GB" sz="3400" b="1" dirty="0"/>
              <a:t>Introduction to Software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E093A-A1AC-F6D3-4A0C-F5A5ECFA2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67908" y="5086350"/>
            <a:ext cx="2446465" cy="1178298"/>
          </a:xfrm>
        </p:spPr>
        <p:txBody>
          <a:bodyPr>
            <a:normAutofit/>
          </a:bodyPr>
          <a:lstStyle/>
          <a:p>
            <a:pPr algn="l"/>
            <a:r>
              <a:rPr lang="en-GB" sz="1600" dirty="0"/>
              <a:t>Zarin Hadika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1C409C-9B92-A9FD-7966-2A526CAA72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90" r="-1" b="16318"/>
          <a:stretch>
            <a:fillRect/>
          </a:stretch>
        </p:blipFill>
        <p:spPr>
          <a:xfrm>
            <a:off x="545238" y="1324102"/>
            <a:ext cx="7608304" cy="4280752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895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D59BE6-C93A-5DE8-69FD-EACC0200E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42237" cy="1325563"/>
          </a:xfrm>
        </p:spPr>
        <p:txBody>
          <a:bodyPr>
            <a:normAutofit/>
          </a:bodyPr>
          <a:lstStyle/>
          <a:p>
            <a:r>
              <a:rPr lang="en-GB" sz="5600" dirty="0"/>
              <a:t>What is SWE??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507405-AB76-3278-EC0E-67BA975F23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092191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1165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C2FE4-BEBE-2946-4AF7-BF3CB060A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3200" i="1" dirty="0"/>
              <a:t>Outcome</a:t>
            </a:r>
            <a:r>
              <a:rPr lang="en-GB" sz="32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68D9B-A89C-08C5-9100-E4F355381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6673"/>
            <a:ext cx="10979552" cy="42902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200" b="1" dirty="0"/>
              <a:t>The outcome of software engineering is a large, scalable, cost effective, efficient and reliable software product.</a:t>
            </a:r>
          </a:p>
        </p:txBody>
      </p:sp>
    </p:spTree>
    <p:extLst>
      <p:ext uri="{BB962C8B-B14F-4D97-AF65-F5344CB8AC3E}">
        <p14:creationId xmlns:p14="http://schemas.microsoft.com/office/powerpoint/2010/main" val="431297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FC651C5-2DAF-515F-0DDC-148CB78429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1869" y="1825625"/>
            <a:ext cx="8288262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8D6CF9-0372-1998-9E9E-5B283E76E68E}"/>
              </a:ext>
            </a:extLst>
          </p:cNvPr>
          <p:cNvSpPr txBox="1"/>
          <p:nvPr/>
        </p:nvSpPr>
        <p:spPr>
          <a:xfrm>
            <a:off x="1076446" y="914400"/>
            <a:ext cx="10544536" cy="1932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A9870C-80A1-79F4-1E18-0F235298397D}"/>
              </a:ext>
            </a:extLst>
          </p:cNvPr>
          <p:cNvSpPr txBox="1"/>
          <p:nvPr/>
        </p:nvSpPr>
        <p:spPr>
          <a:xfrm>
            <a:off x="729205" y="681037"/>
            <a:ext cx="111116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GB" sz="2400" b="1" dirty="0"/>
              <a:t>The process of developing a software product using software engineering  principles and methods is referred to as Software Evolution.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b="1" dirty="0"/>
              <a:t>This includes the initial development of software and its maintenance and updates, till desired software product is developed, which satisfies the expected requirements.</a:t>
            </a:r>
          </a:p>
        </p:txBody>
      </p:sp>
    </p:spTree>
    <p:extLst>
      <p:ext uri="{BB962C8B-B14F-4D97-AF65-F5344CB8AC3E}">
        <p14:creationId xmlns:p14="http://schemas.microsoft.com/office/powerpoint/2010/main" val="2190170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20E07-F078-4CE1-CFE9-E19E7A083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8561"/>
          </a:xfrm>
        </p:spPr>
        <p:txBody>
          <a:bodyPr/>
          <a:lstStyle/>
          <a:p>
            <a:r>
              <a:rPr lang="en-GB" dirty="0"/>
              <a:t>Steps of software Evaluation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F48DFE-3A4C-2000-8F91-AEE8F16AD0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1888" y="1805651"/>
            <a:ext cx="9488224" cy="415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09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60A3A-C8B3-7557-1B8F-9E3B60933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2343"/>
          </a:xfrm>
        </p:spPr>
        <p:txBody>
          <a:bodyPr/>
          <a:lstStyle/>
          <a:p>
            <a:r>
              <a:rPr lang="en-GB" dirty="0"/>
              <a:t>Description on Software Evaluation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8A2978-F18F-E46F-19F5-98009C455AA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1435262"/>
          <a:ext cx="10759634" cy="47417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3440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73311AD-E730-9D52-C655-9820F07B5D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4018" b="1588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A98F81-7894-E364-63DA-7F428DBC1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        Lehman’s Law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595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DCF662-B8C8-3EE5-0910-EB577C17F5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5059112"/>
              </p:ext>
            </p:extLst>
          </p:nvPr>
        </p:nvGraphicFramePr>
        <p:xfrm>
          <a:off x="544010" y="641460"/>
          <a:ext cx="11366339" cy="5575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1870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38245-EB9F-06EE-FCDA-7746E7F6B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400" b="1" dirty="0"/>
              <a:t>Lehman has also given eight laws for E-type software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BF824-049C-89EB-40C1-41B39C026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481" y="1458410"/>
            <a:ext cx="10659319" cy="471855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Continuing Change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Increasing Complexity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Conservation of familiarity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Continuing Growth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Reducing Quality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Feedback Systems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Self Regulation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Organizational Stability</a:t>
            </a:r>
          </a:p>
        </p:txBody>
      </p:sp>
    </p:spTree>
    <p:extLst>
      <p:ext uri="{BB962C8B-B14F-4D97-AF65-F5344CB8AC3E}">
        <p14:creationId xmlns:p14="http://schemas.microsoft.com/office/powerpoint/2010/main" val="633826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571DD-7D4A-9054-151D-455A756E5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Development Life Cycle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16F27-9F9D-ADF4-CC19-3AC6D8A69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921678" cy="4486275"/>
          </a:xfrm>
        </p:spPr>
        <p:txBody>
          <a:bodyPr/>
          <a:lstStyle/>
          <a:p>
            <a:pPr marL="0" indent="0" algn="just">
              <a:buNone/>
            </a:pPr>
            <a:r>
              <a:rPr lang="en-GB" b="1" dirty="0"/>
              <a:t>Software Development Life Cycle, SDLC for short, is a well-defined, structured sequence of stages in software engineering to develop the intended software product. </a:t>
            </a:r>
          </a:p>
        </p:txBody>
      </p:sp>
    </p:spTree>
    <p:extLst>
      <p:ext uri="{BB962C8B-B14F-4D97-AF65-F5344CB8AC3E}">
        <p14:creationId xmlns:p14="http://schemas.microsoft.com/office/powerpoint/2010/main" val="1035754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8BF06-D33B-8823-3B59-5C8A1B543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21984" cy="676597"/>
          </a:xfrm>
        </p:spPr>
        <p:txBody>
          <a:bodyPr>
            <a:normAutofit fontScale="90000"/>
          </a:bodyPr>
          <a:lstStyle/>
          <a:p>
            <a:r>
              <a:rPr lang="en-GB" dirty="0"/>
              <a:t>Steps of SDLC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9A14BC-9A72-EF5D-5B79-3E18A541F9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60184" y="365124"/>
            <a:ext cx="6169548" cy="590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153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45B91-09AF-54D3-6FA2-6B132B24E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4010"/>
            <a:ext cx="10643886" cy="563295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 few of software development paradigms or process models are defined as follows: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Waterfall Model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Iterative Model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V-Model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Spiral Model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Big-Bang Model 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Agile Model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Prototype Model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Rapid Application Development Model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2438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76D3E-FD02-DC96-A5E6-1BFEE558E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1240"/>
          </a:xfrm>
        </p:spPr>
        <p:txBody>
          <a:bodyPr/>
          <a:lstStyle/>
          <a:p>
            <a:r>
              <a:rPr lang="en-GB" dirty="0"/>
              <a:t>Big-Bang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B76D3-66DD-FCAD-34EE-BF457A98C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008"/>
            <a:ext cx="10875380" cy="4625955"/>
          </a:xfrm>
        </p:spPr>
        <p:txBody>
          <a:bodyPr>
            <a:normAutofit fontScale="92500" lnSpcReduction="10000"/>
          </a:bodyPr>
          <a:lstStyle/>
          <a:p>
            <a:pPr marL="514350" indent="-514350" algn="just">
              <a:buFont typeface="+mj-lt"/>
              <a:buAutoNum type="arabicParenR"/>
            </a:pPr>
            <a:r>
              <a:rPr lang="en-GB" dirty="0"/>
              <a:t>This model is the simplest model in its form.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GB" dirty="0"/>
              <a:t>It requires little planning, lots of programming and lots of funds. 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GB" dirty="0"/>
              <a:t>This model is conceptualized around the big bang of universe.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GB" dirty="0"/>
              <a:t>Likewise, if we put together lots of programming and funds, you may achieve the best software product.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GB" dirty="0"/>
              <a:t>For this model, very small amount of planning is required. 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GB" dirty="0"/>
              <a:t>It does not follow any process, or at times the customer is not sure about the requirements and future needs. So, the input requirements are arbitrary.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GB" dirty="0"/>
              <a:t>This model is not suitable for large software projects but good one for learning and experimenting.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2918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805C2D-E162-B3CC-F474-C8B79B455F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3011" y="1245597"/>
            <a:ext cx="8649907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675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183</TotalTime>
  <Words>612</Words>
  <Application>Microsoft Office PowerPoint</Application>
  <PresentationFormat>Widescreen</PresentationFormat>
  <Paragraphs>52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Introduction to Software Engineering</vt:lpstr>
      <vt:lpstr>What is SWE??</vt:lpstr>
      <vt:lpstr>Outcome </vt:lpstr>
      <vt:lpstr>PowerPoint Presentation</vt:lpstr>
      <vt:lpstr>Steps of software Evaluation</vt:lpstr>
      <vt:lpstr>Description on Software Evaluation</vt:lpstr>
      <vt:lpstr>        Lehman’s Law</vt:lpstr>
      <vt:lpstr>PowerPoint Presentation</vt:lpstr>
      <vt:lpstr>Lehman has also given eight laws for E-type software evaluation</vt:lpstr>
      <vt:lpstr>Software Development Life Cycle </vt:lpstr>
      <vt:lpstr>Steps of SDLC</vt:lpstr>
      <vt:lpstr>PowerPoint Presentation</vt:lpstr>
      <vt:lpstr>Big-Bang Model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Motaher Hossain</dc:creator>
  <cp:lastModifiedBy>Motaher Hossain</cp:lastModifiedBy>
  <cp:revision>14</cp:revision>
  <dcterms:created xsi:type="dcterms:W3CDTF">2025-12-29T06:33:35Z</dcterms:created>
  <dcterms:modified xsi:type="dcterms:W3CDTF">2026-01-02T16:02:56Z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2025-12-29T06:48:14Z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dc89cbfa-0350-4450-90eb-3c151dcd3e24</vt:lpwstr>
  </property>
  <property fmtid="{D5CDD505-2E9C-101B-9397-08002B2CF9AE}" pid="7" name="MSIP_Label_defa4170-0d19-0005-0004-bc88714345d2_ActionId">
    <vt:lpwstr>ba5b2479-6d7c-4042-8265-b709a62cd0b8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